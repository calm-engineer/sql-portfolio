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6"/>
  </p:notesMasterIdLst>
  <p:handoutMasterIdLst>
    <p:handoutMasterId r:id="rId17"/>
  </p:handoutMasterIdLst>
  <p:sldIdLst>
    <p:sldId id="256" r:id="rId2"/>
    <p:sldId id="266" r:id="rId3"/>
    <p:sldId id="270" r:id="rId4"/>
    <p:sldId id="285" r:id="rId5"/>
    <p:sldId id="286" r:id="rId6"/>
    <p:sldId id="287" r:id="rId7"/>
    <p:sldId id="288" r:id="rId8"/>
    <p:sldId id="289" r:id="rId9"/>
    <p:sldId id="290" r:id="rId10"/>
    <p:sldId id="291" r:id="rId11"/>
    <p:sldId id="292" r:id="rId12"/>
    <p:sldId id="294" r:id="rId13"/>
    <p:sldId id="293" r:id="rId14"/>
    <p:sldId id="295" r:id="rId15"/>
  </p:sldIdLst>
  <p:sldSz cx="12192000" cy="6858000"/>
  <p:notesSz cx="6858000" cy="9144000"/>
  <p:defaultTextStyle>
    <a:defPPr rtl="0">
      <a:defRPr lang="en-GB"/>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62626"/>
    <a:srgbClr val="942D0B"/>
    <a:srgbClr val="76280B"/>
    <a:srgbClr val="F6BF73"/>
    <a:srgbClr val="F9D4A1"/>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25E5076-3810-47DD-B79F-674D7AD40C01}">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1655" autoAdjust="0"/>
  </p:normalViewPr>
  <p:slideViewPr>
    <p:cSldViewPr snapToGrid="0">
      <p:cViewPr varScale="1">
        <p:scale>
          <a:sx n="86" d="100"/>
          <a:sy n="86" d="100"/>
        </p:scale>
        <p:origin x="738" y="96"/>
      </p:cViewPr>
      <p:guideLst/>
    </p:cSldViewPr>
  </p:slideViewPr>
  <p:notesTextViewPr>
    <p:cViewPr>
      <p:scale>
        <a:sx n="3" d="2"/>
        <a:sy n="3" d="2"/>
      </p:scale>
      <p:origin x="0" y="0"/>
    </p:cViewPr>
  </p:notesTextViewPr>
  <p:notesViewPr>
    <p:cSldViewPr snapToGrid="0">
      <p:cViewPr varScale="1">
        <p:scale>
          <a:sx n="86" d="100"/>
          <a:sy n="86" d="100"/>
        </p:scale>
        <p:origin x="3114"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8805758-D2E5-47F1-BDC8-64F96AB8377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a:extLst>
              <a:ext uri="{FF2B5EF4-FFF2-40B4-BE49-F238E27FC236}">
                <a16:creationId xmlns:a16="http://schemas.microsoft.com/office/drawing/2014/main" id="{B9A4D7A7-60FE-4B51-8D3B-098FB2A1B3D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7F465C38-24F4-4223-B43E-0FFB91878DAE}" type="datetime1">
              <a:rPr lang="en-GB" smtClean="0"/>
              <a:t>31/05/2025</a:t>
            </a:fld>
            <a:endParaRPr lang="en-GB"/>
          </a:p>
        </p:txBody>
      </p:sp>
      <p:sp>
        <p:nvSpPr>
          <p:cNvPr id="4" name="Footer Placeholder 3">
            <a:extLst>
              <a:ext uri="{FF2B5EF4-FFF2-40B4-BE49-F238E27FC236}">
                <a16:creationId xmlns:a16="http://schemas.microsoft.com/office/drawing/2014/main" id="{0748030B-DA71-4B18-AA7C-F991BCB518A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DBD65FCA-070F-4A6D-A2E0-D5EBEAABC9C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B64D2B8-7AFA-4F86-9DF3-A6BBE4E238C1}" type="slidenum">
              <a:rPr lang="en-GB" smtClean="0"/>
              <a:t>‹#›</a:t>
            </a:fld>
            <a:endParaRPr lang="en-GB"/>
          </a:p>
        </p:txBody>
      </p:sp>
    </p:spTree>
    <p:extLst>
      <p:ext uri="{BB962C8B-B14F-4D97-AF65-F5344CB8AC3E}">
        <p14:creationId xmlns:p14="http://schemas.microsoft.com/office/powerpoint/2010/main" val="36903482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9CE9EC5B-0D20-4B4C-A2E7-71C3FA8A9BBB}" type="datetime1">
              <a:rPr lang="en-GB" noProof="0" smtClean="0"/>
              <a:t>31/05/2025</a:t>
            </a:fld>
            <a:endParaRPr lang="en-GB"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5D79418-37EB-4378-AD22-89DBB000B0DA}" type="slidenum">
              <a:rPr lang="en-GB" noProof="0" smtClean="0"/>
              <a:t>‹#›</a:t>
            </a:fld>
            <a:endParaRPr lang="en-GB" noProof="0"/>
          </a:p>
        </p:txBody>
      </p:sp>
    </p:spTree>
    <p:extLst>
      <p:ext uri="{BB962C8B-B14F-4D97-AF65-F5344CB8AC3E}">
        <p14:creationId xmlns:p14="http://schemas.microsoft.com/office/powerpoint/2010/main" val="376464242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D5D79418-37EB-4378-AD22-89DBB000B0DA}" type="slidenum">
              <a:rPr lang="en-GB" smtClean="0"/>
              <a:t>1</a:t>
            </a:fld>
            <a:endParaRPr lang="en-GB"/>
          </a:p>
        </p:txBody>
      </p:sp>
    </p:spTree>
    <p:extLst>
      <p:ext uri="{BB962C8B-B14F-4D97-AF65-F5344CB8AC3E}">
        <p14:creationId xmlns:p14="http://schemas.microsoft.com/office/powerpoint/2010/main" val="36270676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r>
              <a:rPr lang="en-GB" b="1" dirty="0"/>
              <a:t>Notes to presenter: </a:t>
            </a:r>
          </a:p>
          <a:p>
            <a:pPr rtl="0"/>
            <a:r>
              <a:rPr lang="en-GB" dirty="0"/>
              <a:t>What is a Tableau?</a:t>
            </a:r>
            <a:r>
              <a:rPr lang="en-GB" b="0" i="1" dirty="0">
                <a:latin typeface="Segoe UI" panose="020B0502040204020203" pitchFamily="34" charset="0"/>
                <a:cs typeface="Segoe UI" panose="020B0502040204020203" pitchFamily="34" charset="0"/>
              </a:rPr>
              <a:t>.</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Include information about the topic </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Details about the topic will also be helpful here.  </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Tell the story of your learning experience.  Just like a story there should always be a beginning, middle and an end.</a:t>
            </a:r>
          </a:p>
          <a:p>
            <a:pPr rtl="0"/>
            <a:r>
              <a:rPr lang="en-GB" b="0" i="1" dirty="0">
                <a:latin typeface="Segoe UI" panose="020B0502040204020203" pitchFamily="34" charset="0"/>
                <a:cs typeface="Segoe UI" panose="020B0502040204020203" pitchFamily="34" charset="0"/>
              </a:rPr>
              <a:t>On the other side, you can add a graphic that provides evidence of what you learned.</a:t>
            </a:r>
          </a:p>
          <a:p>
            <a:pPr rtl="0"/>
            <a:endParaRPr lang="en-GB" dirty="0"/>
          </a:p>
          <a:p>
            <a:pPr rtl="0"/>
            <a:r>
              <a:rPr lang="en-GB" dirty="0"/>
              <a:t>Feel free to use more than one slide to reflect upon your process.  It also helps to add some video of your process.</a:t>
            </a:r>
          </a:p>
          <a:p>
            <a:pPr rtl="0"/>
            <a:endParaRPr lang="en-GB" dirty="0"/>
          </a:p>
        </p:txBody>
      </p:sp>
      <p:sp>
        <p:nvSpPr>
          <p:cNvPr id="4" name="Slide Number Placeholder 3"/>
          <p:cNvSpPr>
            <a:spLocks noGrp="1"/>
          </p:cNvSpPr>
          <p:nvPr>
            <p:ph type="sldNum" sz="quarter" idx="10"/>
          </p:nvPr>
        </p:nvSpPr>
        <p:spPr/>
        <p:txBody>
          <a:bodyPr rtlCol="0"/>
          <a:lstStyle/>
          <a:p>
            <a:pPr rtl="0"/>
            <a:fld id="{D5D79418-37EB-4378-AD22-89DBB000B0DA}" type="slidenum">
              <a:rPr lang="en-GB" smtClean="0"/>
              <a:t>2</a:t>
            </a:fld>
            <a:endParaRPr lang="en-GB"/>
          </a:p>
        </p:txBody>
      </p:sp>
    </p:spTree>
    <p:extLst>
      <p:ext uri="{BB962C8B-B14F-4D97-AF65-F5344CB8AC3E}">
        <p14:creationId xmlns:p14="http://schemas.microsoft.com/office/powerpoint/2010/main" val="3525911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r>
              <a:rPr lang="en-GB" b="1" dirty="0"/>
              <a:t>Notes to presenter: </a:t>
            </a:r>
          </a:p>
          <a:p>
            <a:pPr rtl="0"/>
            <a:r>
              <a:rPr lang="en-GB" b="0" i="1" dirty="0">
                <a:latin typeface="Segoe UI" panose="020B0502040204020203" pitchFamily="34" charset="0"/>
                <a:cs typeface="Segoe UI" panose="020B0502040204020203" pitchFamily="34" charset="0"/>
              </a:rPr>
              <a:t>Description of what you learned in your own words on one side.</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Include information about the topic </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Details about the topic will also be helpful here.  </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Tell the story of your learning experience.  Just like a story there should always be a beginning, middle and an end.</a:t>
            </a:r>
          </a:p>
          <a:p>
            <a:pPr rtl="0"/>
            <a:r>
              <a:rPr lang="en-GB" b="0" i="1" dirty="0">
                <a:latin typeface="Segoe UI" panose="020B0502040204020203" pitchFamily="34" charset="0"/>
                <a:cs typeface="Segoe UI" panose="020B0502040204020203" pitchFamily="34" charset="0"/>
              </a:rPr>
              <a:t>On the other side, you can add a graphic that provides evidence of what you learned.</a:t>
            </a:r>
          </a:p>
          <a:p>
            <a:pPr rtl="0"/>
            <a:endParaRPr lang="en-GB" dirty="0"/>
          </a:p>
          <a:p>
            <a:pPr rtl="0"/>
            <a:r>
              <a:rPr lang="en-GB" dirty="0"/>
              <a:t>Feel free to use more than one slide to reflect upon your process.  It also helps to add some video of your process.</a:t>
            </a:r>
          </a:p>
          <a:p>
            <a:pPr rtl="0"/>
            <a:endParaRPr lang="en-GB" dirty="0"/>
          </a:p>
        </p:txBody>
      </p:sp>
      <p:sp>
        <p:nvSpPr>
          <p:cNvPr id="4" name="Slide Number Placeholder 3"/>
          <p:cNvSpPr>
            <a:spLocks noGrp="1"/>
          </p:cNvSpPr>
          <p:nvPr>
            <p:ph type="sldNum" sz="quarter" idx="10"/>
          </p:nvPr>
        </p:nvSpPr>
        <p:spPr/>
        <p:txBody>
          <a:bodyPr rtlCol="0"/>
          <a:lstStyle/>
          <a:p>
            <a:pPr rtl="0"/>
            <a:fld id="{D5D79418-37EB-4378-AD22-89DBB000B0DA}" type="slidenum">
              <a:rPr lang="en-GB" smtClean="0"/>
              <a:t>3</a:t>
            </a:fld>
            <a:endParaRPr lang="en-GB"/>
          </a:p>
        </p:txBody>
      </p:sp>
    </p:spTree>
    <p:extLst>
      <p:ext uri="{BB962C8B-B14F-4D97-AF65-F5344CB8AC3E}">
        <p14:creationId xmlns:p14="http://schemas.microsoft.com/office/powerpoint/2010/main" val="13517225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3E4B8-8B04-230F-9B70-C46293A3A3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DB7797-DE24-B8B5-12DE-CC00D8C6DC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B13589-44C5-2AD9-CE13-20F78EE08FB0}"/>
              </a:ext>
            </a:extLst>
          </p:cNvPr>
          <p:cNvSpPr>
            <a:spLocks noGrp="1"/>
          </p:cNvSpPr>
          <p:nvPr>
            <p:ph type="body" idx="1"/>
          </p:nvPr>
        </p:nvSpPr>
        <p:spPr/>
        <p:txBody>
          <a:bodyPr rtlCol="0"/>
          <a:lstStyle/>
          <a:p>
            <a:pPr rtl="0"/>
            <a:r>
              <a:rPr lang="en-GB" b="1" dirty="0"/>
              <a:t>Notes to presenter: </a:t>
            </a:r>
          </a:p>
          <a:p>
            <a:pPr rtl="0"/>
            <a:r>
              <a:rPr lang="en-GB" b="0" i="1" dirty="0">
                <a:latin typeface="Segoe UI" panose="020B0502040204020203" pitchFamily="34" charset="0"/>
                <a:cs typeface="Segoe UI" panose="020B0502040204020203" pitchFamily="34" charset="0"/>
              </a:rPr>
              <a:t>Description of what you learned in your own words on one side.</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Include information about the topic </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Details about the topic will also be helpful here.  </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Tell the story of your learning experience.  Just like a story there should always be a beginning, middle and an end.</a:t>
            </a:r>
          </a:p>
          <a:p>
            <a:pPr rtl="0"/>
            <a:r>
              <a:rPr lang="en-GB" b="0" i="1" dirty="0">
                <a:latin typeface="Segoe UI" panose="020B0502040204020203" pitchFamily="34" charset="0"/>
                <a:cs typeface="Segoe UI" panose="020B0502040204020203" pitchFamily="34" charset="0"/>
              </a:rPr>
              <a:t>On the other side, you can add a graphic that provides evidence of what you learned.</a:t>
            </a:r>
          </a:p>
          <a:p>
            <a:pPr rtl="0"/>
            <a:endParaRPr lang="en-GB" dirty="0"/>
          </a:p>
          <a:p>
            <a:pPr rtl="0"/>
            <a:r>
              <a:rPr lang="en-GB" dirty="0"/>
              <a:t>Feel free to use more than one slide to reflect upon your process.  It also helps to add some video of your process.</a:t>
            </a:r>
          </a:p>
          <a:p>
            <a:pPr rtl="0"/>
            <a:endParaRPr lang="en-GB" dirty="0"/>
          </a:p>
        </p:txBody>
      </p:sp>
      <p:sp>
        <p:nvSpPr>
          <p:cNvPr id="4" name="Slide Number Placeholder 3">
            <a:extLst>
              <a:ext uri="{FF2B5EF4-FFF2-40B4-BE49-F238E27FC236}">
                <a16:creationId xmlns:a16="http://schemas.microsoft.com/office/drawing/2014/main" id="{996CBF9E-1428-2FB0-1945-D9E989032AC0}"/>
              </a:ext>
            </a:extLst>
          </p:cNvPr>
          <p:cNvSpPr>
            <a:spLocks noGrp="1"/>
          </p:cNvSpPr>
          <p:nvPr>
            <p:ph type="sldNum" sz="quarter" idx="10"/>
          </p:nvPr>
        </p:nvSpPr>
        <p:spPr/>
        <p:txBody>
          <a:bodyPr rtlCol="0"/>
          <a:lstStyle/>
          <a:p>
            <a:pPr rtl="0"/>
            <a:fld id="{D5D79418-37EB-4378-AD22-89DBB000B0DA}" type="slidenum">
              <a:rPr lang="en-GB" smtClean="0"/>
              <a:t>4</a:t>
            </a:fld>
            <a:endParaRPr lang="en-GB"/>
          </a:p>
        </p:txBody>
      </p:sp>
    </p:spTree>
    <p:extLst>
      <p:ext uri="{BB962C8B-B14F-4D97-AF65-F5344CB8AC3E}">
        <p14:creationId xmlns:p14="http://schemas.microsoft.com/office/powerpoint/2010/main" val="23071709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2DFFF-35E7-2568-879A-E0F8969392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31336C-A5E3-2BC1-6BA2-055658108C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3761A1-98F9-F649-BEB2-D9BD8F1112E6}"/>
              </a:ext>
            </a:extLst>
          </p:cNvPr>
          <p:cNvSpPr>
            <a:spLocks noGrp="1"/>
          </p:cNvSpPr>
          <p:nvPr>
            <p:ph type="body" idx="1"/>
          </p:nvPr>
        </p:nvSpPr>
        <p:spPr/>
        <p:txBody>
          <a:bodyPr rtlCol="0"/>
          <a:lstStyle/>
          <a:p>
            <a:pPr rtl="0"/>
            <a:r>
              <a:rPr lang="en-GB" b="1" dirty="0"/>
              <a:t>Notes to presenter: </a:t>
            </a:r>
          </a:p>
          <a:p>
            <a:pPr rtl="0"/>
            <a:r>
              <a:rPr lang="en-GB" b="0" i="1" dirty="0">
                <a:latin typeface="Segoe UI" panose="020B0502040204020203" pitchFamily="34" charset="0"/>
                <a:cs typeface="Segoe UI" panose="020B0502040204020203" pitchFamily="34" charset="0"/>
              </a:rPr>
              <a:t>Description of what you learned in your own words on one side.</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Include information about the topic </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Details about the topic will also be helpful here.  </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Tell the story of your learning experience.  Just like a story there should always be a beginning, middle and an end.</a:t>
            </a:r>
          </a:p>
          <a:p>
            <a:pPr rtl="0"/>
            <a:r>
              <a:rPr lang="en-GB" b="0" i="1" dirty="0">
                <a:latin typeface="Segoe UI" panose="020B0502040204020203" pitchFamily="34" charset="0"/>
                <a:cs typeface="Segoe UI" panose="020B0502040204020203" pitchFamily="34" charset="0"/>
              </a:rPr>
              <a:t>On the other side, you can add a graphic that provides evidence of what you learned.</a:t>
            </a:r>
          </a:p>
          <a:p>
            <a:pPr rtl="0"/>
            <a:endParaRPr lang="en-GB" dirty="0"/>
          </a:p>
          <a:p>
            <a:pPr rtl="0"/>
            <a:r>
              <a:rPr lang="en-GB" dirty="0"/>
              <a:t>Feel free to use more than one slide to reflect upon your process.  It also helps to add some video of your process.</a:t>
            </a:r>
          </a:p>
          <a:p>
            <a:pPr rtl="0"/>
            <a:endParaRPr lang="en-GB" dirty="0"/>
          </a:p>
        </p:txBody>
      </p:sp>
      <p:sp>
        <p:nvSpPr>
          <p:cNvPr id="4" name="Slide Number Placeholder 3">
            <a:extLst>
              <a:ext uri="{FF2B5EF4-FFF2-40B4-BE49-F238E27FC236}">
                <a16:creationId xmlns:a16="http://schemas.microsoft.com/office/drawing/2014/main" id="{141567ED-9615-A465-CE65-7C99E60701AE}"/>
              </a:ext>
            </a:extLst>
          </p:cNvPr>
          <p:cNvSpPr>
            <a:spLocks noGrp="1"/>
          </p:cNvSpPr>
          <p:nvPr>
            <p:ph type="sldNum" sz="quarter" idx="10"/>
          </p:nvPr>
        </p:nvSpPr>
        <p:spPr/>
        <p:txBody>
          <a:bodyPr rtlCol="0"/>
          <a:lstStyle/>
          <a:p>
            <a:pPr rtl="0"/>
            <a:fld id="{D5D79418-37EB-4378-AD22-89DBB000B0DA}" type="slidenum">
              <a:rPr lang="en-GB" smtClean="0"/>
              <a:t>5</a:t>
            </a:fld>
            <a:endParaRPr lang="en-GB"/>
          </a:p>
        </p:txBody>
      </p:sp>
    </p:spTree>
    <p:extLst>
      <p:ext uri="{BB962C8B-B14F-4D97-AF65-F5344CB8AC3E}">
        <p14:creationId xmlns:p14="http://schemas.microsoft.com/office/powerpoint/2010/main" val="19931181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15ABD-9A71-214E-D77E-046EA154BD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46387D-0FE0-6D51-98C1-FD266606E3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27B6F4-0453-85F2-45D1-76E5EC87129D}"/>
              </a:ext>
            </a:extLst>
          </p:cNvPr>
          <p:cNvSpPr>
            <a:spLocks noGrp="1"/>
          </p:cNvSpPr>
          <p:nvPr>
            <p:ph type="body" idx="1"/>
          </p:nvPr>
        </p:nvSpPr>
        <p:spPr/>
        <p:txBody>
          <a:bodyPr rtlCol="0"/>
          <a:lstStyle/>
          <a:p>
            <a:pPr rtl="0"/>
            <a:r>
              <a:rPr lang="en-GB" b="1" dirty="0"/>
              <a:t>Notes to presenter: </a:t>
            </a:r>
          </a:p>
          <a:p>
            <a:pPr rtl="0"/>
            <a:r>
              <a:rPr lang="en-GB" b="0" i="1" dirty="0">
                <a:latin typeface="Segoe UI" panose="020B0502040204020203" pitchFamily="34" charset="0"/>
                <a:cs typeface="Segoe UI" panose="020B0502040204020203" pitchFamily="34" charset="0"/>
              </a:rPr>
              <a:t>Description of what you learned in your own words on one side.</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Include information about the topic </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Details about the topic will also be helpful here.  </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Tell the story of your learning experience.  Just like a story there should always be a beginning, middle and an end.</a:t>
            </a:r>
          </a:p>
          <a:p>
            <a:pPr rtl="0"/>
            <a:r>
              <a:rPr lang="en-GB" b="0" i="1" dirty="0">
                <a:latin typeface="Segoe UI" panose="020B0502040204020203" pitchFamily="34" charset="0"/>
                <a:cs typeface="Segoe UI" panose="020B0502040204020203" pitchFamily="34" charset="0"/>
              </a:rPr>
              <a:t>On the other side, you can add a graphic that provides evidence of what you learned.</a:t>
            </a:r>
          </a:p>
          <a:p>
            <a:pPr rtl="0"/>
            <a:endParaRPr lang="en-GB" dirty="0"/>
          </a:p>
          <a:p>
            <a:pPr rtl="0"/>
            <a:r>
              <a:rPr lang="en-GB" dirty="0"/>
              <a:t>Feel free to use more than one slide to reflect upon your process.  It also helps to add some video of your process.</a:t>
            </a:r>
          </a:p>
          <a:p>
            <a:pPr rtl="0"/>
            <a:endParaRPr lang="en-GB" dirty="0"/>
          </a:p>
        </p:txBody>
      </p:sp>
      <p:sp>
        <p:nvSpPr>
          <p:cNvPr id="4" name="Slide Number Placeholder 3">
            <a:extLst>
              <a:ext uri="{FF2B5EF4-FFF2-40B4-BE49-F238E27FC236}">
                <a16:creationId xmlns:a16="http://schemas.microsoft.com/office/drawing/2014/main" id="{646EAA37-D41C-137A-2FB3-0DB6F7F25A7D}"/>
              </a:ext>
            </a:extLst>
          </p:cNvPr>
          <p:cNvSpPr>
            <a:spLocks noGrp="1"/>
          </p:cNvSpPr>
          <p:nvPr>
            <p:ph type="sldNum" sz="quarter" idx="10"/>
          </p:nvPr>
        </p:nvSpPr>
        <p:spPr/>
        <p:txBody>
          <a:bodyPr rtlCol="0"/>
          <a:lstStyle/>
          <a:p>
            <a:pPr rtl="0"/>
            <a:fld id="{D5D79418-37EB-4378-AD22-89DBB000B0DA}" type="slidenum">
              <a:rPr lang="en-GB" smtClean="0"/>
              <a:t>6</a:t>
            </a:fld>
            <a:endParaRPr lang="en-GB"/>
          </a:p>
        </p:txBody>
      </p:sp>
    </p:spTree>
    <p:extLst>
      <p:ext uri="{BB962C8B-B14F-4D97-AF65-F5344CB8AC3E}">
        <p14:creationId xmlns:p14="http://schemas.microsoft.com/office/powerpoint/2010/main" val="13232877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F16B4-381F-7661-817B-BD1B002FC7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BBA915-7BBC-BA9E-0503-71B5CD9D27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05D40C-F3D0-C131-FD22-24617B494B3D}"/>
              </a:ext>
            </a:extLst>
          </p:cNvPr>
          <p:cNvSpPr>
            <a:spLocks noGrp="1"/>
          </p:cNvSpPr>
          <p:nvPr>
            <p:ph type="body" idx="1"/>
          </p:nvPr>
        </p:nvSpPr>
        <p:spPr/>
        <p:txBody>
          <a:bodyPr rtlCol="0"/>
          <a:lstStyle/>
          <a:p>
            <a:pPr rtl="0"/>
            <a:r>
              <a:rPr lang="en-GB" b="1" dirty="0"/>
              <a:t>Notes to presenter: </a:t>
            </a:r>
          </a:p>
          <a:p>
            <a:pPr rtl="0"/>
            <a:r>
              <a:rPr lang="en-GB" b="0" i="1" dirty="0">
                <a:latin typeface="Segoe UI" panose="020B0502040204020203" pitchFamily="34" charset="0"/>
                <a:cs typeface="Segoe UI" panose="020B0502040204020203" pitchFamily="34" charset="0"/>
              </a:rPr>
              <a:t>Description of what you learned in your own words on one side.</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Include information about the topic </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Details about the topic will also be helpful here.  </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Tell the story of your learning experience.  Just like a story there should always be a beginning, middle and an end.</a:t>
            </a:r>
          </a:p>
          <a:p>
            <a:pPr rtl="0"/>
            <a:r>
              <a:rPr lang="en-GB" b="0" i="1" dirty="0">
                <a:latin typeface="Segoe UI" panose="020B0502040204020203" pitchFamily="34" charset="0"/>
                <a:cs typeface="Segoe UI" panose="020B0502040204020203" pitchFamily="34" charset="0"/>
              </a:rPr>
              <a:t>On the other side, you can add a graphic that provides evidence of what you learned.</a:t>
            </a:r>
          </a:p>
          <a:p>
            <a:pPr rtl="0"/>
            <a:endParaRPr lang="en-GB" dirty="0"/>
          </a:p>
          <a:p>
            <a:pPr rtl="0"/>
            <a:r>
              <a:rPr lang="en-GB" dirty="0"/>
              <a:t>Feel free to use more than one slide to reflect upon your process.  It also helps to add some video of your process.</a:t>
            </a:r>
          </a:p>
          <a:p>
            <a:pPr rtl="0"/>
            <a:endParaRPr lang="en-GB" dirty="0"/>
          </a:p>
        </p:txBody>
      </p:sp>
      <p:sp>
        <p:nvSpPr>
          <p:cNvPr id="4" name="Slide Number Placeholder 3">
            <a:extLst>
              <a:ext uri="{FF2B5EF4-FFF2-40B4-BE49-F238E27FC236}">
                <a16:creationId xmlns:a16="http://schemas.microsoft.com/office/drawing/2014/main" id="{F4F402EC-B975-21C6-EB2C-BE5E98C1C552}"/>
              </a:ext>
            </a:extLst>
          </p:cNvPr>
          <p:cNvSpPr>
            <a:spLocks noGrp="1"/>
          </p:cNvSpPr>
          <p:nvPr>
            <p:ph type="sldNum" sz="quarter" idx="10"/>
          </p:nvPr>
        </p:nvSpPr>
        <p:spPr/>
        <p:txBody>
          <a:bodyPr rtlCol="0"/>
          <a:lstStyle/>
          <a:p>
            <a:pPr rtl="0"/>
            <a:fld id="{D5D79418-37EB-4378-AD22-89DBB000B0DA}" type="slidenum">
              <a:rPr lang="en-GB" smtClean="0"/>
              <a:t>7</a:t>
            </a:fld>
            <a:endParaRPr lang="en-GB"/>
          </a:p>
        </p:txBody>
      </p:sp>
    </p:spTree>
    <p:extLst>
      <p:ext uri="{BB962C8B-B14F-4D97-AF65-F5344CB8AC3E}">
        <p14:creationId xmlns:p14="http://schemas.microsoft.com/office/powerpoint/2010/main" val="23925619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21051-DD0B-63ED-4434-D5E0D8D16D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2A3835-97E1-6999-6E78-789A352471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3863ED-A90E-F624-C5CA-8381ACD25341}"/>
              </a:ext>
            </a:extLst>
          </p:cNvPr>
          <p:cNvSpPr>
            <a:spLocks noGrp="1"/>
          </p:cNvSpPr>
          <p:nvPr>
            <p:ph type="body" idx="1"/>
          </p:nvPr>
        </p:nvSpPr>
        <p:spPr/>
        <p:txBody>
          <a:bodyPr rtlCol="0"/>
          <a:lstStyle/>
          <a:p>
            <a:pPr rtl="0"/>
            <a:r>
              <a:rPr lang="en-GB" b="1" dirty="0"/>
              <a:t>Notes to presenter: </a:t>
            </a:r>
          </a:p>
          <a:p>
            <a:pPr rtl="0"/>
            <a:r>
              <a:rPr lang="en-GB" b="0" i="1" dirty="0">
                <a:latin typeface="Segoe UI" panose="020B0502040204020203" pitchFamily="34" charset="0"/>
                <a:cs typeface="Segoe UI" panose="020B0502040204020203" pitchFamily="34" charset="0"/>
              </a:rPr>
              <a:t>Description of what you learned in your own words on one side.</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Include information about the topic </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Details about the topic will also be helpful here.  </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Tell the story of your learning experience.  Just like a story there should always be a beginning, middle and an end.</a:t>
            </a:r>
          </a:p>
          <a:p>
            <a:pPr rtl="0"/>
            <a:r>
              <a:rPr lang="en-GB" b="0" i="1" dirty="0">
                <a:latin typeface="Segoe UI" panose="020B0502040204020203" pitchFamily="34" charset="0"/>
                <a:cs typeface="Segoe UI" panose="020B0502040204020203" pitchFamily="34" charset="0"/>
              </a:rPr>
              <a:t>On the other side, you can add a graphic that provides evidence of what you learned.</a:t>
            </a:r>
          </a:p>
          <a:p>
            <a:pPr rtl="0"/>
            <a:endParaRPr lang="en-GB" dirty="0"/>
          </a:p>
          <a:p>
            <a:pPr rtl="0"/>
            <a:r>
              <a:rPr lang="en-GB" dirty="0"/>
              <a:t>Feel free to use more than one slide to reflect upon your process.  It also helps to add some video of your process.</a:t>
            </a:r>
          </a:p>
          <a:p>
            <a:pPr rtl="0"/>
            <a:endParaRPr lang="en-GB" dirty="0"/>
          </a:p>
        </p:txBody>
      </p:sp>
      <p:sp>
        <p:nvSpPr>
          <p:cNvPr id="4" name="Slide Number Placeholder 3">
            <a:extLst>
              <a:ext uri="{FF2B5EF4-FFF2-40B4-BE49-F238E27FC236}">
                <a16:creationId xmlns:a16="http://schemas.microsoft.com/office/drawing/2014/main" id="{9BDCED54-12F6-B54C-214C-BEF31056FF88}"/>
              </a:ext>
            </a:extLst>
          </p:cNvPr>
          <p:cNvSpPr>
            <a:spLocks noGrp="1"/>
          </p:cNvSpPr>
          <p:nvPr>
            <p:ph type="sldNum" sz="quarter" idx="10"/>
          </p:nvPr>
        </p:nvSpPr>
        <p:spPr/>
        <p:txBody>
          <a:bodyPr rtlCol="0"/>
          <a:lstStyle/>
          <a:p>
            <a:pPr rtl="0"/>
            <a:fld id="{D5D79418-37EB-4378-AD22-89DBB000B0DA}" type="slidenum">
              <a:rPr lang="en-GB" smtClean="0"/>
              <a:t>8</a:t>
            </a:fld>
            <a:endParaRPr lang="en-GB"/>
          </a:p>
        </p:txBody>
      </p:sp>
    </p:spTree>
    <p:extLst>
      <p:ext uri="{BB962C8B-B14F-4D97-AF65-F5344CB8AC3E}">
        <p14:creationId xmlns:p14="http://schemas.microsoft.com/office/powerpoint/2010/main" val="21422547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B60E6-522B-9321-743D-5012820C13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F05E7D-53CA-FB25-F549-341203360A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DD0207-54F4-4F9F-0A07-CB03A20227AE}"/>
              </a:ext>
            </a:extLst>
          </p:cNvPr>
          <p:cNvSpPr>
            <a:spLocks noGrp="1"/>
          </p:cNvSpPr>
          <p:nvPr>
            <p:ph type="body" idx="1"/>
          </p:nvPr>
        </p:nvSpPr>
        <p:spPr/>
        <p:txBody>
          <a:bodyPr rtlCol="0"/>
          <a:lstStyle/>
          <a:p>
            <a:pPr rtl="0"/>
            <a:r>
              <a:rPr lang="en-GB" b="1" dirty="0"/>
              <a:t>Notes to presenter: </a:t>
            </a:r>
          </a:p>
          <a:p>
            <a:pPr rtl="0"/>
            <a:r>
              <a:rPr lang="en-GB" b="0" i="1" dirty="0">
                <a:latin typeface="Segoe UI" panose="020B0502040204020203" pitchFamily="34" charset="0"/>
                <a:cs typeface="Segoe UI" panose="020B0502040204020203" pitchFamily="34" charset="0"/>
              </a:rPr>
              <a:t>Description of what you learned in your own words on one side.</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Include information about the topic </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Details about the topic will also be helpful here.  </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Tell the story of your learning experience.  Just like a story there should always be a beginning, middle and an end.</a:t>
            </a:r>
          </a:p>
          <a:p>
            <a:pPr rtl="0"/>
            <a:r>
              <a:rPr lang="en-GB" b="0" i="1" dirty="0">
                <a:latin typeface="Segoe UI" panose="020B0502040204020203" pitchFamily="34" charset="0"/>
                <a:cs typeface="Segoe UI" panose="020B0502040204020203" pitchFamily="34" charset="0"/>
              </a:rPr>
              <a:t>On the other side, you can add a graphic that provides evidence of what you learned.</a:t>
            </a:r>
          </a:p>
          <a:p>
            <a:pPr rtl="0"/>
            <a:endParaRPr lang="en-GB" dirty="0"/>
          </a:p>
          <a:p>
            <a:pPr rtl="0"/>
            <a:r>
              <a:rPr lang="en-GB" dirty="0"/>
              <a:t>Feel free to use more than one slide to reflect upon your process.  It also helps to add some video of your process.</a:t>
            </a:r>
          </a:p>
          <a:p>
            <a:pPr rtl="0"/>
            <a:endParaRPr lang="en-GB" dirty="0"/>
          </a:p>
        </p:txBody>
      </p:sp>
      <p:sp>
        <p:nvSpPr>
          <p:cNvPr id="4" name="Slide Number Placeholder 3">
            <a:extLst>
              <a:ext uri="{FF2B5EF4-FFF2-40B4-BE49-F238E27FC236}">
                <a16:creationId xmlns:a16="http://schemas.microsoft.com/office/drawing/2014/main" id="{5B897F1D-9FE2-8088-F95C-C43E89722148}"/>
              </a:ext>
            </a:extLst>
          </p:cNvPr>
          <p:cNvSpPr>
            <a:spLocks noGrp="1"/>
          </p:cNvSpPr>
          <p:nvPr>
            <p:ph type="sldNum" sz="quarter" idx="10"/>
          </p:nvPr>
        </p:nvSpPr>
        <p:spPr/>
        <p:txBody>
          <a:bodyPr rtlCol="0"/>
          <a:lstStyle/>
          <a:p>
            <a:pPr rtl="0"/>
            <a:fld id="{D5D79418-37EB-4378-AD22-89DBB000B0DA}" type="slidenum">
              <a:rPr lang="en-GB" smtClean="0"/>
              <a:t>9</a:t>
            </a:fld>
            <a:endParaRPr lang="en-GB"/>
          </a:p>
        </p:txBody>
      </p:sp>
    </p:spTree>
    <p:extLst>
      <p:ext uri="{BB962C8B-B14F-4D97-AF65-F5344CB8AC3E}">
        <p14:creationId xmlns:p14="http://schemas.microsoft.com/office/powerpoint/2010/main" val="3691250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9EE12-EFA1-F25B-89B9-BD74E62F92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656169-B1E4-1EFA-DA3A-001D7ADDC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56825F-76E7-A4F4-954A-CF0560FBF9C8}"/>
              </a:ext>
            </a:extLst>
          </p:cNvPr>
          <p:cNvSpPr>
            <a:spLocks noGrp="1"/>
          </p:cNvSpPr>
          <p:nvPr>
            <p:ph type="body" idx="1"/>
          </p:nvPr>
        </p:nvSpPr>
        <p:spPr/>
        <p:txBody>
          <a:bodyPr rtlCol="0"/>
          <a:lstStyle/>
          <a:p>
            <a:pPr rtl="0"/>
            <a:r>
              <a:rPr lang="en-GB" b="1" dirty="0"/>
              <a:t>Notes to presenter: </a:t>
            </a:r>
          </a:p>
          <a:p>
            <a:pPr rtl="0"/>
            <a:r>
              <a:rPr lang="en-GB" b="0" i="1" dirty="0">
                <a:latin typeface="Segoe UI" panose="020B0502040204020203" pitchFamily="34" charset="0"/>
                <a:cs typeface="Segoe UI" panose="020B0502040204020203" pitchFamily="34" charset="0"/>
              </a:rPr>
              <a:t>Description of what you learned in your own words on one side.</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Include information about the topic </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Details about the topic will also be helpful here.  </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Tell the story of your learning experience.  Just like a story there should always be a beginning, middle and an end.</a:t>
            </a:r>
          </a:p>
          <a:p>
            <a:pPr rtl="0"/>
            <a:r>
              <a:rPr lang="en-GB" b="0" i="1" dirty="0">
                <a:latin typeface="Segoe UI" panose="020B0502040204020203" pitchFamily="34" charset="0"/>
                <a:cs typeface="Segoe UI" panose="020B0502040204020203" pitchFamily="34" charset="0"/>
              </a:rPr>
              <a:t>On the other side, you can add a graphic that provides evidence of what you learned.</a:t>
            </a:r>
          </a:p>
          <a:p>
            <a:pPr rtl="0"/>
            <a:endParaRPr lang="en-GB" dirty="0"/>
          </a:p>
          <a:p>
            <a:pPr rtl="0"/>
            <a:r>
              <a:rPr lang="en-GB" dirty="0"/>
              <a:t>Feel free to use more than one slide to reflect upon your process.  It also helps to add some video of your process.</a:t>
            </a:r>
          </a:p>
          <a:p>
            <a:pPr rtl="0"/>
            <a:endParaRPr lang="en-GB" dirty="0"/>
          </a:p>
        </p:txBody>
      </p:sp>
      <p:sp>
        <p:nvSpPr>
          <p:cNvPr id="4" name="Slide Number Placeholder 3">
            <a:extLst>
              <a:ext uri="{FF2B5EF4-FFF2-40B4-BE49-F238E27FC236}">
                <a16:creationId xmlns:a16="http://schemas.microsoft.com/office/drawing/2014/main" id="{3BDCA2FB-3BF8-F31F-9639-9D1755FCE372}"/>
              </a:ext>
            </a:extLst>
          </p:cNvPr>
          <p:cNvSpPr>
            <a:spLocks noGrp="1"/>
          </p:cNvSpPr>
          <p:nvPr>
            <p:ph type="sldNum" sz="quarter" idx="10"/>
          </p:nvPr>
        </p:nvSpPr>
        <p:spPr/>
        <p:txBody>
          <a:bodyPr rtlCol="0"/>
          <a:lstStyle/>
          <a:p>
            <a:pPr rtl="0"/>
            <a:fld id="{D5D79418-37EB-4378-AD22-89DBB000B0DA}" type="slidenum">
              <a:rPr lang="en-GB" smtClean="0"/>
              <a:t>10</a:t>
            </a:fld>
            <a:endParaRPr lang="en-GB"/>
          </a:p>
        </p:txBody>
      </p:sp>
    </p:spTree>
    <p:extLst>
      <p:ext uri="{BB962C8B-B14F-4D97-AF65-F5344CB8AC3E}">
        <p14:creationId xmlns:p14="http://schemas.microsoft.com/office/powerpoint/2010/main" val="22850293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1D4F9-86DF-2458-3986-3450998A39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3A2C85-9AF5-ADC1-6CC2-2CB0D2BE5D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0DC98B-EF6F-4962-4140-56FE44A39D99}"/>
              </a:ext>
            </a:extLst>
          </p:cNvPr>
          <p:cNvSpPr>
            <a:spLocks noGrp="1"/>
          </p:cNvSpPr>
          <p:nvPr>
            <p:ph type="body" idx="1"/>
          </p:nvPr>
        </p:nvSpPr>
        <p:spPr/>
        <p:txBody>
          <a:bodyPr rtlCol="0"/>
          <a:lstStyle/>
          <a:p>
            <a:pPr rtl="0"/>
            <a:r>
              <a:rPr lang="en-GB" b="1" dirty="0"/>
              <a:t>Notes to presenter: </a:t>
            </a:r>
          </a:p>
          <a:p>
            <a:pPr rtl="0"/>
            <a:r>
              <a:rPr lang="en-GB" b="0" i="1" dirty="0">
                <a:latin typeface="Segoe UI" panose="020B0502040204020203" pitchFamily="34" charset="0"/>
                <a:cs typeface="Segoe UI" panose="020B0502040204020203" pitchFamily="34" charset="0"/>
              </a:rPr>
              <a:t>Description of what you learned in your own words on one side.</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Include information about the topic </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Details about the topic will also be helpful here.  </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Tell the story of your learning experience.  Just like a story there should always be a beginning, middle and an end.</a:t>
            </a:r>
          </a:p>
          <a:p>
            <a:pPr rtl="0"/>
            <a:r>
              <a:rPr lang="en-GB" b="0" i="1" dirty="0">
                <a:latin typeface="Segoe UI" panose="020B0502040204020203" pitchFamily="34" charset="0"/>
                <a:cs typeface="Segoe UI" panose="020B0502040204020203" pitchFamily="34" charset="0"/>
              </a:rPr>
              <a:t>On the other side, you can add a graphic that provides evidence of what you learned.</a:t>
            </a:r>
          </a:p>
          <a:p>
            <a:pPr rtl="0"/>
            <a:endParaRPr lang="en-GB" dirty="0"/>
          </a:p>
          <a:p>
            <a:pPr rtl="0"/>
            <a:r>
              <a:rPr lang="en-GB" dirty="0"/>
              <a:t>Feel free to use more than one slide to reflect upon your process.  It also helps to add some video of your process.</a:t>
            </a:r>
          </a:p>
          <a:p>
            <a:pPr rtl="0"/>
            <a:endParaRPr lang="en-GB" dirty="0"/>
          </a:p>
        </p:txBody>
      </p:sp>
      <p:sp>
        <p:nvSpPr>
          <p:cNvPr id="4" name="Slide Number Placeholder 3">
            <a:extLst>
              <a:ext uri="{FF2B5EF4-FFF2-40B4-BE49-F238E27FC236}">
                <a16:creationId xmlns:a16="http://schemas.microsoft.com/office/drawing/2014/main" id="{705A702D-4AF0-86B6-8980-A3CAE46463DF}"/>
              </a:ext>
            </a:extLst>
          </p:cNvPr>
          <p:cNvSpPr>
            <a:spLocks noGrp="1"/>
          </p:cNvSpPr>
          <p:nvPr>
            <p:ph type="sldNum" sz="quarter" idx="10"/>
          </p:nvPr>
        </p:nvSpPr>
        <p:spPr/>
        <p:txBody>
          <a:bodyPr rtlCol="0"/>
          <a:lstStyle/>
          <a:p>
            <a:pPr rtl="0"/>
            <a:fld id="{D5D79418-37EB-4378-AD22-89DBB000B0DA}" type="slidenum">
              <a:rPr lang="en-GB" smtClean="0"/>
              <a:t>11</a:t>
            </a:fld>
            <a:endParaRPr lang="en-GB"/>
          </a:p>
        </p:txBody>
      </p:sp>
    </p:spTree>
    <p:extLst>
      <p:ext uri="{BB962C8B-B14F-4D97-AF65-F5344CB8AC3E}">
        <p14:creationId xmlns:p14="http://schemas.microsoft.com/office/powerpoint/2010/main" val="25420472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B8A9F-BBFE-1ECE-E9BD-5B0C7BFF62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878452-E7F1-AC17-D7F3-C3FFD4B510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F302FA-7DE8-75F7-1EE1-C9B25EA33BDD}"/>
              </a:ext>
            </a:extLst>
          </p:cNvPr>
          <p:cNvSpPr>
            <a:spLocks noGrp="1"/>
          </p:cNvSpPr>
          <p:nvPr>
            <p:ph type="body" idx="1"/>
          </p:nvPr>
        </p:nvSpPr>
        <p:spPr/>
        <p:txBody>
          <a:bodyPr rtlCol="0"/>
          <a:lstStyle/>
          <a:p>
            <a:pPr rtl="0"/>
            <a:r>
              <a:rPr lang="en-GB" b="1" dirty="0"/>
              <a:t>Notes to presenter: </a:t>
            </a:r>
          </a:p>
          <a:p>
            <a:pPr rtl="0"/>
            <a:r>
              <a:rPr lang="en-GB" b="0" i="1" dirty="0">
                <a:latin typeface="Segoe UI" panose="020B0502040204020203" pitchFamily="34" charset="0"/>
                <a:cs typeface="Segoe UI" panose="020B0502040204020203" pitchFamily="34" charset="0"/>
              </a:rPr>
              <a:t>Description of what you learned in your own words on one side.</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Include information about the topic </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Details about the topic will also be helpful here.  </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Tell the story of your learning experience.  Just like a story there should always be a beginning, middle and an end.</a:t>
            </a:r>
          </a:p>
          <a:p>
            <a:pPr rtl="0"/>
            <a:r>
              <a:rPr lang="en-GB" b="0" i="1" dirty="0">
                <a:latin typeface="Segoe UI" panose="020B0502040204020203" pitchFamily="34" charset="0"/>
                <a:cs typeface="Segoe UI" panose="020B0502040204020203" pitchFamily="34" charset="0"/>
              </a:rPr>
              <a:t>On the other side, you can add a graphic that provides evidence of what you learned.</a:t>
            </a:r>
          </a:p>
          <a:p>
            <a:pPr rtl="0"/>
            <a:endParaRPr lang="en-GB" dirty="0"/>
          </a:p>
          <a:p>
            <a:pPr rtl="0"/>
            <a:r>
              <a:rPr lang="en-GB" dirty="0"/>
              <a:t>Feel free to use more than one slide to reflect upon your process.  It also helps to add some video of your process.</a:t>
            </a:r>
          </a:p>
          <a:p>
            <a:pPr rtl="0"/>
            <a:endParaRPr lang="en-GB" dirty="0"/>
          </a:p>
        </p:txBody>
      </p:sp>
      <p:sp>
        <p:nvSpPr>
          <p:cNvPr id="4" name="Slide Number Placeholder 3">
            <a:extLst>
              <a:ext uri="{FF2B5EF4-FFF2-40B4-BE49-F238E27FC236}">
                <a16:creationId xmlns:a16="http://schemas.microsoft.com/office/drawing/2014/main" id="{D4E07D97-ADB0-69CD-D61E-91C987EF041C}"/>
              </a:ext>
            </a:extLst>
          </p:cNvPr>
          <p:cNvSpPr>
            <a:spLocks noGrp="1"/>
          </p:cNvSpPr>
          <p:nvPr>
            <p:ph type="sldNum" sz="quarter" idx="10"/>
          </p:nvPr>
        </p:nvSpPr>
        <p:spPr/>
        <p:txBody>
          <a:bodyPr rtlCol="0"/>
          <a:lstStyle/>
          <a:p>
            <a:pPr rtl="0"/>
            <a:fld id="{D5D79418-37EB-4378-AD22-89DBB000B0DA}" type="slidenum">
              <a:rPr lang="en-GB" smtClean="0"/>
              <a:t>12</a:t>
            </a:fld>
            <a:endParaRPr lang="en-GB"/>
          </a:p>
        </p:txBody>
      </p:sp>
    </p:spTree>
    <p:extLst>
      <p:ext uri="{BB962C8B-B14F-4D97-AF65-F5344CB8AC3E}">
        <p14:creationId xmlns:p14="http://schemas.microsoft.com/office/powerpoint/2010/main" val="9353597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22FD8-EA18-DA14-2ADC-1A3D1D2AA3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4378F5-6DE1-877C-C5A0-356DA2515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DE4F8C-0DEA-1A3A-FC66-AFB1713C91E9}"/>
              </a:ext>
            </a:extLst>
          </p:cNvPr>
          <p:cNvSpPr>
            <a:spLocks noGrp="1"/>
          </p:cNvSpPr>
          <p:nvPr>
            <p:ph type="body" idx="1"/>
          </p:nvPr>
        </p:nvSpPr>
        <p:spPr/>
        <p:txBody>
          <a:bodyPr rtlCol="0"/>
          <a:lstStyle/>
          <a:p>
            <a:pPr rtl="0"/>
            <a:r>
              <a:rPr lang="en-GB" b="1" dirty="0"/>
              <a:t>Notes to presenter: </a:t>
            </a:r>
          </a:p>
          <a:p>
            <a:pPr rtl="0"/>
            <a:r>
              <a:rPr lang="en-GB" b="0" i="1" dirty="0">
                <a:latin typeface="Segoe UI" panose="020B0502040204020203" pitchFamily="34" charset="0"/>
                <a:cs typeface="Segoe UI" panose="020B0502040204020203" pitchFamily="34" charset="0"/>
              </a:rPr>
              <a:t>Description of what you learned in your own words on one side.</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Include information about the topic </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Details about the topic will also be helpful here.  </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Tell the story of your learning experience.  Just like a story there should always be a beginning, middle and an end.</a:t>
            </a:r>
          </a:p>
          <a:p>
            <a:pPr rtl="0"/>
            <a:r>
              <a:rPr lang="en-GB" b="0" i="1" dirty="0">
                <a:latin typeface="Segoe UI" panose="020B0502040204020203" pitchFamily="34" charset="0"/>
                <a:cs typeface="Segoe UI" panose="020B0502040204020203" pitchFamily="34" charset="0"/>
              </a:rPr>
              <a:t>On the other side, you can add a graphic that provides evidence of what you learned.</a:t>
            </a:r>
          </a:p>
          <a:p>
            <a:pPr rtl="0"/>
            <a:endParaRPr lang="en-GB" dirty="0"/>
          </a:p>
          <a:p>
            <a:pPr rtl="0"/>
            <a:r>
              <a:rPr lang="en-GB" dirty="0"/>
              <a:t>Feel free to use more than one slide to reflect upon your process.  It also helps to add some video of your process.</a:t>
            </a:r>
          </a:p>
          <a:p>
            <a:pPr rtl="0"/>
            <a:endParaRPr lang="en-GB" dirty="0"/>
          </a:p>
        </p:txBody>
      </p:sp>
      <p:sp>
        <p:nvSpPr>
          <p:cNvPr id="4" name="Slide Number Placeholder 3">
            <a:extLst>
              <a:ext uri="{FF2B5EF4-FFF2-40B4-BE49-F238E27FC236}">
                <a16:creationId xmlns:a16="http://schemas.microsoft.com/office/drawing/2014/main" id="{BC0D0E2C-49DE-9FF5-DDBF-C6DFE42A9180}"/>
              </a:ext>
            </a:extLst>
          </p:cNvPr>
          <p:cNvSpPr>
            <a:spLocks noGrp="1"/>
          </p:cNvSpPr>
          <p:nvPr>
            <p:ph type="sldNum" sz="quarter" idx="10"/>
          </p:nvPr>
        </p:nvSpPr>
        <p:spPr/>
        <p:txBody>
          <a:bodyPr rtlCol="0"/>
          <a:lstStyle/>
          <a:p>
            <a:pPr rtl="0"/>
            <a:fld id="{D5D79418-37EB-4378-AD22-89DBB000B0DA}" type="slidenum">
              <a:rPr lang="en-GB" smtClean="0"/>
              <a:t>13</a:t>
            </a:fld>
            <a:endParaRPr lang="en-GB"/>
          </a:p>
        </p:txBody>
      </p:sp>
    </p:spTree>
    <p:extLst>
      <p:ext uri="{BB962C8B-B14F-4D97-AF65-F5344CB8AC3E}">
        <p14:creationId xmlns:p14="http://schemas.microsoft.com/office/powerpoint/2010/main" val="10433330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75475-1E3A-338B-B00A-03550B9638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1956DB-D410-1AD7-DBB2-409198DDB1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7397C4-0D8B-DABF-4D89-DA6C1696AE97}"/>
              </a:ext>
            </a:extLst>
          </p:cNvPr>
          <p:cNvSpPr>
            <a:spLocks noGrp="1"/>
          </p:cNvSpPr>
          <p:nvPr>
            <p:ph type="body" idx="1"/>
          </p:nvPr>
        </p:nvSpPr>
        <p:spPr/>
        <p:txBody>
          <a:bodyPr rtlCol="0"/>
          <a:lstStyle/>
          <a:p>
            <a:pPr rtl="0"/>
            <a:r>
              <a:rPr lang="en-GB" b="1" dirty="0"/>
              <a:t>Notes to presenter: </a:t>
            </a:r>
          </a:p>
          <a:p>
            <a:pPr rtl="0"/>
            <a:r>
              <a:rPr lang="en-GB" b="0" i="1" dirty="0">
                <a:latin typeface="Segoe UI" panose="020B0502040204020203" pitchFamily="34" charset="0"/>
                <a:cs typeface="Segoe UI" panose="020B0502040204020203" pitchFamily="34" charset="0"/>
              </a:rPr>
              <a:t>Description of what you learned in your own words on one side.</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Include information about the topic </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Details about the topic will also be helpful here.  </a:t>
            </a:r>
          </a:p>
          <a:p>
            <a:pPr marL="171450" indent="-171450" rtl="0">
              <a:buFont typeface="Arial" panose="020B0604020202020204" pitchFamily="34" charset="0"/>
              <a:buChar char="•"/>
            </a:pPr>
            <a:r>
              <a:rPr lang="en-GB" b="0" i="1" dirty="0">
                <a:latin typeface="Segoe UI" panose="020B0502040204020203" pitchFamily="34" charset="0"/>
                <a:cs typeface="Segoe UI" panose="020B0502040204020203" pitchFamily="34" charset="0"/>
              </a:rPr>
              <a:t>Tell the story of your learning experience.  Just like a story there should always be a beginning, middle and an end.</a:t>
            </a:r>
          </a:p>
          <a:p>
            <a:pPr rtl="0"/>
            <a:r>
              <a:rPr lang="en-GB" b="0" i="1" dirty="0">
                <a:latin typeface="Segoe UI" panose="020B0502040204020203" pitchFamily="34" charset="0"/>
                <a:cs typeface="Segoe UI" panose="020B0502040204020203" pitchFamily="34" charset="0"/>
              </a:rPr>
              <a:t>On the other side, you can add a graphic that provides evidence of what you learned.</a:t>
            </a:r>
          </a:p>
          <a:p>
            <a:pPr rtl="0"/>
            <a:endParaRPr lang="en-GB" dirty="0"/>
          </a:p>
          <a:p>
            <a:pPr rtl="0"/>
            <a:r>
              <a:rPr lang="en-GB" dirty="0"/>
              <a:t>Feel free to use more than one slide to reflect upon your process.  It also helps to add some video of your process.</a:t>
            </a:r>
          </a:p>
          <a:p>
            <a:pPr rtl="0"/>
            <a:endParaRPr lang="en-GB" dirty="0"/>
          </a:p>
        </p:txBody>
      </p:sp>
      <p:sp>
        <p:nvSpPr>
          <p:cNvPr id="4" name="Slide Number Placeholder 3">
            <a:extLst>
              <a:ext uri="{FF2B5EF4-FFF2-40B4-BE49-F238E27FC236}">
                <a16:creationId xmlns:a16="http://schemas.microsoft.com/office/drawing/2014/main" id="{5B33CE27-26E3-E6FF-205D-9C75F654464F}"/>
              </a:ext>
            </a:extLst>
          </p:cNvPr>
          <p:cNvSpPr>
            <a:spLocks noGrp="1"/>
          </p:cNvSpPr>
          <p:nvPr>
            <p:ph type="sldNum" sz="quarter" idx="10"/>
          </p:nvPr>
        </p:nvSpPr>
        <p:spPr/>
        <p:txBody>
          <a:bodyPr rtlCol="0"/>
          <a:lstStyle/>
          <a:p>
            <a:pPr rtl="0"/>
            <a:fld id="{D5D79418-37EB-4378-AD22-89DBB000B0DA}" type="slidenum">
              <a:rPr lang="en-GB" smtClean="0"/>
              <a:t>14</a:t>
            </a:fld>
            <a:endParaRPr lang="en-GB"/>
          </a:p>
        </p:txBody>
      </p:sp>
    </p:spTree>
    <p:extLst>
      <p:ext uri="{BB962C8B-B14F-4D97-AF65-F5344CB8AC3E}">
        <p14:creationId xmlns:p14="http://schemas.microsoft.com/office/powerpoint/2010/main" val="24005652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DD826893-9059-400D-A708-615823828BC9}"/>
              </a:ext>
            </a:extLst>
          </p:cNvPr>
          <p:cNvGrpSpPr/>
          <p:nvPr userDrawn="1"/>
        </p:nvGrpSpPr>
        <p:grpSpPr bwMode="ltGray">
          <a:xfrm>
            <a:off x="7232499" y="-159283"/>
            <a:ext cx="4959501" cy="5525761"/>
            <a:chOff x="7232499" y="-159283"/>
            <a:chExt cx="4959501" cy="5525761"/>
          </a:xfrm>
          <a:solidFill>
            <a:srgbClr val="76280B">
              <a:alpha val="60000"/>
            </a:srgbClr>
          </a:solidFill>
        </p:grpSpPr>
        <p:pic>
          <p:nvPicPr>
            <p:cNvPr id="10" name="Graphic 9" descr="Single gear">
              <a:extLst>
                <a:ext uri="{FF2B5EF4-FFF2-40B4-BE49-F238E27FC236}">
                  <a16:creationId xmlns:a16="http://schemas.microsoft.com/office/drawing/2014/main" id="{4BD7AE3B-6321-488C-8378-B441F7AC62CC}"/>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8078" r="23442"/>
            <a:stretch/>
          </p:blipFill>
          <p:spPr bwMode="ltGray">
            <a:xfrm>
              <a:off x="8994950" y="0"/>
              <a:ext cx="3197050" cy="3421066"/>
            </a:xfrm>
            <a:prstGeom prst="rect">
              <a:avLst/>
            </a:prstGeom>
          </p:spPr>
        </p:pic>
        <p:pic>
          <p:nvPicPr>
            <p:cNvPr id="11" name="Graphic 10" descr="Single gear">
              <a:extLst>
                <a:ext uri="{FF2B5EF4-FFF2-40B4-BE49-F238E27FC236}">
                  <a16:creationId xmlns:a16="http://schemas.microsoft.com/office/drawing/2014/main" id="{52566813-48BF-44A8-9FBD-C9035FDE143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7232499" y="667872"/>
              <a:ext cx="2880000" cy="2880000"/>
            </a:xfrm>
            <a:prstGeom prst="rect">
              <a:avLst/>
            </a:prstGeom>
          </p:spPr>
        </p:pic>
        <p:pic>
          <p:nvPicPr>
            <p:cNvPr id="14" name="Graphic 13" descr="Single gear">
              <a:extLst>
                <a:ext uri="{FF2B5EF4-FFF2-40B4-BE49-F238E27FC236}">
                  <a16:creationId xmlns:a16="http://schemas.microsoft.com/office/drawing/2014/main" id="{C9098912-FEFB-4951-B070-7ED0F1D4555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746667" y="2486478"/>
              <a:ext cx="2880000" cy="2880000"/>
            </a:xfrm>
            <a:prstGeom prst="rect">
              <a:avLst/>
            </a:prstGeom>
          </p:spPr>
        </p:pic>
        <p:pic>
          <p:nvPicPr>
            <p:cNvPr id="15" name="Graphic 14" descr="Single gear">
              <a:extLst>
                <a:ext uri="{FF2B5EF4-FFF2-40B4-BE49-F238E27FC236}">
                  <a16:creationId xmlns:a16="http://schemas.microsoft.com/office/drawing/2014/main" id="{7187CCFC-946C-4708-98C2-CC97857A516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501643" y="-159283"/>
              <a:ext cx="1620000" cy="1620000"/>
            </a:xfrm>
            <a:prstGeom prst="rect">
              <a:avLst/>
            </a:prstGeom>
          </p:spPr>
        </p:pic>
      </p:grpSp>
      <p:sp>
        <p:nvSpPr>
          <p:cNvPr id="9" name="Rectangle 8"/>
          <p:cNvSpPr/>
          <p:nvPr/>
        </p:nvSpPr>
        <p:spPr bwMode="ltGray">
          <a:xfrm>
            <a:off x="1704975" y="2598834"/>
            <a:ext cx="8782050" cy="1660332"/>
          </a:xfrm>
          <a:prstGeom prst="rect">
            <a:avLst/>
          </a:prstGeom>
          <a:solidFill>
            <a:schemeClr val="bg1">
              <a:lumMod val="85000"/>
              <a:lumOff val="1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828293" y="2742465"/>
            <a:ext cx="8494463" cy="1373070"/>
          </a:xfrm>
        </p:spPr>
        <p:txBody>
          <a:bodyPr rtlCol="0" anchor="b">
            <a:noAutofit/>
          </a:bodyPr>
          <a:lstStyle>
            <a:lvl1pPr algn="ctr">
              <a:defRPr sz="5400"/>
            </a:lvl1pPr>
          </a:lstStyle>
          <a:p>
            <a:pPr rtl="0"/>
            <a:r>
              <a:rPr lang="en-US" noProof="0"/>
              <a:t>Click to edit Master title style</a:t>
            </a:r>
            <a:endParaRPr lang="en-GB" noProof="0"/>
          </a:p>
        </p:txBody>
      </p:sp>
      <p:sp>
        <p:nvSpPr>
          <p:cNvPr id="3" name="Subtitle 2"/>
          <p:cNvSpPr>
            <a:spLocks noGrp="1"/>
          </p:cNvSpPr>
          <p:nvPr>
            <p:ph type="subTitle" idx="1"/>
          </p:nvPr>
        </p:nvSpPr>
        <p:spPr>
          <a:xfrm>
            <a:off x="1828799" y="4394039"/>
            <a:ext cx="8493957" cy="1117687"/>
          </a:xfrm>
        </p:spPr>
        <p:txBody>
          <a:bodyPr rtlCol="0">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sp>
        <p:nvSpPr>
          <p:cNvPr id="4" name="Date Placeholder 3"/>
          <p:cNvSpPr>
            <a:spLocks noGrp="1"/>
          </p:cNvSpPr>
          <p:nvPr>
            <p:ph type="dt" sz="half" idx="10"/>
          </p:nvPr>
        </p:nvSpPr>
        <p:spPr>
          <a:xfrm>
            <a:off x="8112956" y="5936187"/>
            <a:ext cx="2743200" cy="365125"/>
          </a:xfrm>
        </p:spPr>
        <p:txBody>
          <a:bodyPr rtlCol="0"/>
          <a:lstStyle/>
          <a:p>
            <a:pPr rtl="0"/>
            <a:fld id="{39687760-B0AE-47A6-B283-9E36EA001851}" type="datetime1">
              <a:rPr lang="en-GB" noProof="0" smtClean="0"/>
              <a:t>31/05/2025</a:t>
            </a:fld>
            <a:endParaRPr lang="en-GB" noProof="0"/>
          </a:p>
        </p:txBody>
      </p:sp>
      <p:sp>
        <p:nvSpPr>
          <p:cNvPr id="5" name="Footer Placeholder 4"/>
          <p:cNvSpPr>
            <a:spLocks noGrp="1"/>
          </p:cNvSpPr>
          <p:nvPr>
            <p:ph type="ftr" sz="quarter" idx="11"/>
          </p:nvPr>
        </p:nvSpPr>
        <p:spPr>
          <a:xfrm>
            <a:off x="1242296" y="5936188"/>
            <a:ext cx="6870660" cy="365125"/>
          </a:xfrm>
        </p:spPr>
        <p:txBody>
          <a:bodyPr rtlCol="0"/>
          <a:lstStyle/>
          <a:p>
            <a:pPr rtl="0"/>
            <a:r>
              <a:rPr lang="en-GB" noProof="0"/>
              <a:t>Add a footer</a:t>
            </a:r>
          </a:p>
        </p:txBody>
      </p:sp>
      <p:sp>
        <p:nvSpPr>
          <p:cNvPr id="12" name="Rectangle 11">
            <a:extLst>
              <a:ext uri="{FF2B5EF4-FFF2-40B4-BE49-F238E27FC236}">
                <a16:creationId xmlns:a16="http://schemas.microsoft.com/office/drawing/2014/main" id="{10A59AF3-34E3-4F2D-B219-533C8164A410}"/>
              </a:ext>
            </a:extLst>
          </p:cNvPr>
          <p:cNvSpPr/>
          <p:nvPr userDrawn="1"/>
        </p:nvSpPr>
        <p:spPr>
          <a:xfrm>
            <a:off x="0" y="2590078"/>
            <a:ext cx="1602997" cy="1660332"/>
          </a:xfrm>
          <a:prstGeom prst="rect">
            <a:avLst/>
          </a:prstGeom>
          <a:solidFill>
            <a:srgbClr val="942D0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3B98DDA9-3997-4600-985C-44C2CABD0BA3}"/>
              </a:ext>
            </a:extLst>
          </p:cNvPr>
          <p:cNvSpPr/>
          <p:nvPr userDrawn="1"/>
        </p:nvSpPr>
        <p:spPr>
          <a:xfrm>
            <a:off x="10606797" y="2590077"/>
            <a:ext cx="1602997" cy="1660331"/>
          </a:xfrm>
          <a:prstGeom prst="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6" name="Slide Number Placeholder 5"/>
          <p:cNvSpPr>
            <a:spLocks noGrp="1"/>
          </p:cNvSpPr>
          <p:nvPr>
            <p:ph type="sldNum" sz="quarter" idx="12"/>
          </p:nvPr>
        </p:nvSpPr>
        <p:spPr>
          <a:xfrm>
            <a:off x="10803518" y="2750779"/>
            <a:ext cx="1171888" cy="1356442"/>
          </a:xfrm>
        </p:spPr>
        <p:txBody>
          <a:bodyPr rtlCol="0"/>
          <a:lstStyle/>
          <a:p>
            <a:pPr rtl="0"/>
            <a:fld id="{9E3FA76C-C565-46B6-8652-D75785E2521F}" type="slidenum">
              <a:rPr lang="en-GB" noProof="0" smtClean="0"/>
              <a:t>‹#›</a:t>
            </a:fld>
            <a:endParaRPr lang="en-GB" noProof="0"/>
          </a:p>
        </p:txBody>
      </p:sp>
    </p:spTree>
    <p:extLst>
      <p:ext uri="{BB962C8B-B14F-4D97-AF65-F5344CB8AC3E}">
        <p14:creationId xmlns:p14="http://schemas.microsoft.com/office/powerpoint/2010/main" val="888968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Multiple Conten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4E106B9E-EBA8-4369-8705-FDBBA60DC72E}"/>
              </a:ext>
            </a:extLst>
          </p:cNvPr>
          <p:cNvSpPr>
            <a:spLocks noGrp="1"/>
          </p:cNvSpPr>
          <p:nvPr>
            <p:ph type="body" sz="quarter" idx="13"/>
          </p:nvPr>
        </p:nvSpPr>
        <p:spPr>
          <a:xfrm>
            <a:off x="1860549" y="2101850"/>
            <a:ext cx="4433401" cy="823913"/>
          </a:xfrm>
        </p:spPr>
        <p:txBody>
          <a:bodyPr rtlCol="0" anchor="ctr" anchorCtr="0"/>
          <a:lstStyle>
            <a:lvl1pPr algn="l">
              <a:defRPr/>
            </a:lvl1pPr>
            <a:lvl2pPr algn="l">
              <a:defRPr/>
            </a:lvl2pPr>
            <a:lvl3pPr algn="l">
              <a:defRPr/>
            </a:lvl3pPr>
            <a:lvl4pPr algn="l">
              <a:defRPr/>
            </a:lvl4pPr>
            <a:lvl5pPr algn="l">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grpSp>
        <p:nvGrpSpPr>
          <p:cNvPr id="11" name="Group 10">
            <a:extLst>
              <a:ext uri="{FF2B5EF4-FFF2-40B4-BE49-F238E27FC236}">
                <a16:creationId xmlns:a16="http://schemas.microsoft.com/office/drawing/2014/main" id="{180D0165-A38B-4CE8-AE4D-186DBC04F8D4}"/>
              </a:ext>
            </a:extLst>
          </p:cNvPr>
          <p:cNvGrpSpPr/>
          <p:nvPr userDrawn="1"/>
        </p:nvGrpSpPr>
        <p:grpSpPr bwMode="ltGray">
          <a:xfrm rot="5400000">
            <a:off x="7251814" y="1766245"/>
            <a:ext cx="4959501" cy="5224009"/>
            <a:chOff x="7232499" y="-159283"/>
            <a:chExt cx="4959501" cy="5224009"/>
          </a:xfrm>
          <a:solidFill>
            <a:srgbClr val="76280B">
              <a:alpha val="60000"/>
            </a:srgbClr>
          </a:solidFill>
        </p:grpSpPr>
        <p:pic>
          <p:nvPicPr>
            <p:cNvPr id="12" name="Graphic 11" descr="Single gear">
              <a:extLst>
                <a:ext uri="{FF2B5EF4-FFF2-40B4-BE49-F238E27FC236}">
                  <a16:creationId xmlns:a16="http://schemas.microsoft.com/office/drawing/2014/main" id="{90C052C9-F1E0-4264-8CAC-31B0B8F76D67}"/>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8078" r="23442"/>
            <a:stretch/>
          </p:blipFill>
          <p:spPr bwMode="ltGray">
            <a:xfrm>
              <a:off x="8994950" y="0"/>
              <a:ext cx="3197050" cy="3421066"/>
            </a:xfrm>
            <a:prstGeom prst="rect">
              <a:avLst/>
            </a:prstGeom>
          </p:spPr>
        </p:pic>
        <p:pic>
          <p:nvPicPr>
            <p:cNvPr id="13" name="Graphic 12" descr="Single gear">
              <a:extLst>
                <a:ext uri="{FF2B5EF4-FFF2-40B4-BE49-F238E27FC236}">
                  <a16:creationId xmlns:a16="http://schemas.microsoft.com/office/drawing/2014/main" id="{892FFF3D-7B2E-44EB-83BA-5453FEC4892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7232499" y="667872"/>
              <a:ext cx="2880000" cy="2880000"/>
            </a:xfrm>
            <a:prstGeom prst="rect">
              <a:avLst/>
            </a:prstGeom>
          </p:spPr>
        </p:pic>
        <p:pic>
          <p:nvPicPr>
            <p:cNvPr id="14" name="Graphic 13" descr="Single gear">
              <a:extLst>
                <a:ext uri="{FF2B5EF4-FFF2-40B4-BE49-F238E27FC236}">
                  <a16:creationId xmlns:a16="http://schemas.microsoft.com/office/drawing/2014/main" id="{CC5A9AF4-A787-49A3-83CF-889F9AEE0DB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746667" y="2184726"/>
              <a:ext cx="2880000" cy="2880000"/>
            </a:xfrm>
            <a:prstGeom prst="rect">
              <a:avLst/>
            </a:prstGeom>
          </p:spPr>
        </p:pic>
        <p:pic>
          <p:nvPicPr>
            <p:cNvPr id="19" name="Graphic 18" descr="Single gear">
              <a:extLst>
                <a:ext uri="{FF2B5EF4-FFF2-40B4-BE49-F238E27FC236}">
                  <a16:creationId xmlns:a16="http://schemas.microsoft.com/office/drawing/2014/main" id="{B5D192A5-6FE9-49BC-9104-102935BA03A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501643" y="-159283"/>
              <a:ext cx="1620000" cy="1620000"/>
            </a:xfrm>
            <a:prstGeom prst="rect">
              <a:avLst/>
            </a:prstGeom>
          </p:spPr>
        </p:pic>
      </p:grpSp>
      <p:pic>
        <p:nvPicPr>
          <p:cNvPr id="15" name="Picture 14"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rtlCol="0"/>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p>
            <a:pPr rtl="0"/>
            <a:fld id="{CB63CAD9-8B97-49CF-8477-065327D93C72}" type="datetime1">
              <a:rPr lang="en-GB" noProof="0" smtClean="0"/>
              <a:t>31/05/2025</a:t>
            </a:fld>
            <a:endParaRPr lang="en-GB" noProof="0"/>
          </a:p>
        </p:txBody>
      </p:sp>
      <p:sp>
        <p:nvSpPr>
          <p:cNvPr id="5" name="Footer Placeholder 4"/>
          <p:cNvSpPr>
            <a:spLocks noGrp="1"/>
          </p:cNvSpPr>
          <p:nvPr>
            <p:ph type="ftr" sz="quarter" idx="11"/>
          </p:nvPr>
        </p:nvSpPr>
        <p:spPr/>
        <p:txBody>
          <a:bodyPr rtlCol="0"/>
          <a:lstStyle/>
          <a:p>
            <a:pPr rtl="0"/>
            <a:r>
              <a:rPr lang="en-GB" noProof="0"/>
              <a:t>Add a footer</a:t>
            </a:r>
          </a:p>
        </p:txBody>
      </p:sp>
      <p:sp>
        <p:nvSpPr>
          <p:cNvPr id="6" name="Slide Number Placeholder 5"/>
          <p:cNvSpPr>
            <a:spLocks noGrp="1"/>
          </p:cNvSpPr>
          <p:nvPr>
            <p:ph type="sldNum" sz="quarter" idx="12"/>
          </p:nvPr>
        </p:nvSpPr>
        <p:spPr/>
        <p:txBody>
          <a:bodyPr rtlCol="0"/>
          <a:lstStyle/>
          <a:p>
            <a:pPr rtl="0"/>
            <a:fld id="{9E3FA76C-C565-46B6-8652-D75785E2521F}" type="slidenum">
              <a:rPr lang="en-GB" noProof="0" smtClean="0"/>
              <a:t>‹#›</a:t>
            </a:fld>
            <a:endParaRPr lang="en-GB" noProof="0"/>
          </a:p>
        </p:txBody>
      </p:sp>
      <p:sp>
        <p:nvSpPr>
          <p:cNvPr id="24" name="Text Placeholder 7">
            <a:extLst>
              <a:ext uri="{FF2B5EF4-FFF2-40B4-BE49-F238E27FC236}">
                <a16:creationId xmlns:a16="http://schemas.microsoft.com/office/drawing/2014/main" id="{F099E8F9-E092-4E4C-AB87-FB2B4EC4D0AD}"/>
              </a:ext>
            </a:extLst>
          </p:cNvPr>
          <p:cNvSpPr>
            <a:spLocks noGrp="1"/>
          </p:cNvSpPr>
          <p:nvPr>
            <p:ph type="body" sz="quarter" idx="14"/>
          </p:nvPr>
        </p:nvSpPr>
        <p:spPr>
          <a:xfrm>
            <a:off x="1860549" y="3044624"/>
            <a:ext cx="4433401" cy="823913"/>
          </a:xfrm>
        </p:spPr>
        <p:txBody>
          <a:bodyPr rtlCol="0" anchor="ctr" anchorCtr="0"/>
          <a:lstStyle>
            <a:lvl1pPr algn="l">
              <a:defRPr/>
            </a:lvl1pPr>
            <a:lvl2pPr algn="l">
              <a:defRPr/>
            </a:lvl2pPr>
            <a:lvl3pPr algn="l">
              <a:defRPr/>
            </a:lvl3pPr>
            <a:lvl4pPr algn="l">
              <a:defRPr/>
            </a:lvl4pPr>
            <a:lvl5pPr algn="l">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25" name="Text Placeholder 7">
            <a:extLst>
              <a:ext uri="{FF2B5EF4-FFF2-40B4-BE49-F238E27FC236}">
                <a16:creationId xmlns:a16="http://schemas.microsoft.com/office/drawing/2014/main" id="{782CF4FC-13E5-4A63-BCF2-3AF43B5F15B9}"/>
              </a:ext>
            </a:extLst>
          </p:cNvPr>
          <p:cNvSpPr>
            <a:spLocks noGrp="1"/>
          </p:cNvSpPr>
          <p:nvPr>
            <p:ph type="body" sz="quarter" idx="15"/>
          </p:nvPr>
        </p:nvSpPr>
        <p:spPr>
          <a:xfrm>
            <a:off x="1860549" y="3987398"/>
            <a:ext cx="4433401" cy="823913"/>
          </a:xfrm>
        </p:spPr>
        <p:txBody>
          <a:bodyPr rtlCol="0" anchor="ctr" anchorCtr="0"/>
          <a:lstStyle>
            <a:lvl1pPr algn="l">
              <a:defRPr/>
            </a:lvl1pPr>
            <a:lvl2pPr algn="l">
              <a:defRPr/>
            </a:lvl2pPr>
            <a:lvl3pPr algn="l">
              <a:defRPr/>
            </a:lvl3pPr>
            <a:lvl4pPr algn="l">
              <a:defRPr/>
            </a:lvl4pPr>
            <a:lvl5pPr algn="l">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26" name="Text Placeholder 7">
            <a:extLst>
              <a:ext uri="{FF2B5EF4-FFF2-40B4-BE49-F238E27FC236}">
                <a16:creationId xmlns:a16="http://schemas.microsoft.com/office/drawing/2014/main" id="{8523C4DE-E0C6-4EE1-9145-DA7819174663}"/>
              </a:ext>
            </a:extLst>
          </p:cNvPr>
          <p:cNvSpPr>
            <a:spLocks noGrp="1"/>
          </p:cNvSpPr>
          <p:nvPr>
            <p:ph type="body" sz="quarter" idx="16"/>
          </p:nvPr>
        </p:nvSpPr>
        <p:spPr>
          <a:xfrm>
            <a:off x="1860549" y="4930171"/>
            <a:ext cx="4433401" cy="823913"/>
          </a:xfrm>
        </p:spPr>
        <p:txBody>
          <a:bodyPr rtlCol="0" anchor="ctr" anchorCtr="0"/>
          <a:lstStyle>
            <a:lvl1pPr algn="l">
              <a:defRPr/>
            </a:lvl1pPr>
            <a:lvl2pPr algn="l">
              <a:defRPr/>
            </a:lvl2pPr>
            <a:lvl3pPr algn="l">
              <a:defRPr/>
            </a:lvl3pPr>
            <a:lvl4pPr algn="l">
              <a:defRPr/>
            </a:lvl4pPr>
            <a:lvl5pPr algn="l">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Tree>
    <p:extLst>
      <p:ext uri="{BB962C8B-B14F-4D97-AF65-F5344CB8AC3E}">
        <p14:creationId xmlns:p14="http://schemas.microsoft.com/office/powerpoint/2010/main" val="2035263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E363D07-B7E9-4C17-BF5B-ADACCCAD7C6C}"/>
              </a:ext>
            </a:extLst>
          </p:cNvPr>
          <p:cNvGrpSpPr/>
          <p:nvPr userDrawn="1"/>
        </p:nvGrpSpPr>
        <p:grpSpPr>
          <a:xfrm rot="10800000">
            <a:off x="108452" y="75467"/>
            <a:ext cx="5378800" cy="5588856"/>
            <a:chOff x="-424090" y="303112"/>
            <a:chExt cx="5378800" cy="5588856"/>
          </a:xfrm>
          <a:solidFill>
            <a:srgbClr val="F6BF73">
              <a:alpha val="30196"/>
            </a:srgbClr>
          </a:solidFill>
        </p:grpSpPr>
        <p:pic>
          <p:nvPicPr>
            <p:cNvPr id="12" name="Graphic 11" descr="Single gear">
              <a:extLst>
                <a:ext uri="{FF2B5EF4-FFF2-40B4-BE49-F238E27FC236}">
                  <a16:creationId xmlns:a16="http://schemas.microsoft.com/office/drawing/2014/main" id="{BF7F7D52-1EF2-49FA-AE87-7BE7232893FF}"/>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195" t="12276" r="8371" b="1368"/>
            <a:stretch/>
          </p:blipFill>
          <p:spPr>
            <a:xfrm rot="5400000">
              <a:off x="1442081" y="2451153"/>
              <a:ext cx="3275424" cy="3606205"/>
            </a:xfrm>
            <a:prstGeom prst="rect">
              <a:avLst/>
            </a:prstGeom>
          </p:spPr>
        </p:pic>
        <p:pic>
          <p:nvPicPr>
            <p:cNvPr id="13" name="Graphic 12" descr="Single gear">
              <a:extLst>
                <a:ext uri="{FF2B5EF4-FFF2-40B4-BE49-F238E27FC236}">
                  <a16:creationId xmlns:a16="http://schemas.microsoft.com/office/drawing/2014/main" id="{ACC0D449-4064-40FD-A10D-BE7844EB877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1092764" y="303112"/>
              <a:ext cx="2880000" cy="2880000"/>
            </a:xfrm>
            <a:prstGeom prst="rect">
              <a:avLst/>
            </a:prstGeom>
          </p:spPr>
        </p:pic>
        <p:pic>
          <p:nvPicPr>
            <p:cNvPr id="14" name="Graphic 13" descr="Single gear">
              <a:extLst>
                <a:ext uri="{FF2B5EF4-FFF2-40B4-BE49-F238E27FC236}">
                  <a16:creationId xmlns:a16="http://schemas.microsoft.com/office/drawing/2014/main" id="{1FE621D1-1FD9-49E2-99C8-0CB37634CDC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424090" y="1817280"/>
              <a:ext cx="2880000" cy="2880000"/>
            </a:xfrm>
            <a:prstGeom prst="rect">
              <a:avLst/>
            </a:prstGeom>
          </p:spPr>
        </p:pic>
        <p:pic>
          <p:nvPicPr>
            <p:cNvPr id="16" name="Graphic 15" descr="Single gear">
              <a:extLst>
                <a:ext uri="{FF2B5EF4-FFF2-40B4-BE49-F238E27FC236}">
                  <a16:creationId xmlns:a16="http://schemas.microsoft.com/office/drawing/2014/main" id="{0EA6856C-35D0-465E-B0CB-B889D4DA0B2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625457" y="4024986"/>
              <a:ext cx="1620000" cy="1620000"/>
            </a:xfrm>
            <a:prstGeom prst="rect">
              <a:avLst/>
            </a:prstGeom>
          </p:spPr>
        </p:pic>
        <p:pic>
          <p:nvPicPr>
            <p:cNvPr id="17" name="Graphic 16" descr="Single gear">
              <a:extLst>
                <a:ext uri="{FF2B5EF4-FFF2-40B4-BE49-F238E27FC236}">
                  <a16:creationId xmlns:a16="http://schemas.microsoft.com/office/drawing/2014/main" id="{A493FB47-F1DA-40B8-A1F4-115CD1F7084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3226710" y="1355170"/>
              <a:ext cx="1728000" cy="1728000"/>
            </a:xfrm>
            <a:prstGeom prst="rect">
              <a:avLst/>
            </a:prstGeom>
          </p:spPr>
        </p:pic>
      </p:grpSp>
      <p:pic>
        <p:nvPicPr>
          <p:cNvPr id="7" name="Picture 6"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rtlCol="0" anchor="ctr">
            <a:normAutofit/>
          </a:bodyPr>
          <a:lstStyle>
            <a:lvl1pPr algn="r">
              <a:defRPr sz="3600"/>
            </a:lvl1pPr>
          </a:lstStyle>
          <a:p>
            <a:pPr rtl="0"/>
            <a:r>
              <a:rPr lang="en-US" noProof="0"/>
              <a:t>Click to edit Master title style</a:t>
            </a:r>
            <a:endParaRPr lang="en-GB" noProof="0"/>
          </a:p>
        </p:txBody>
      </p:sp>
      <p:sp>
        <p:nvSpPr>
          <p:cNvPr id="3" name="Text Placeholder 2"/>
          <p:cNvSpPr>
            <a:spLocks noGrp="1"/>
          </p:cNvSpPr>
          <p:nvPr>
            <p:ph type="body" idx="1"/>
          </p:nvPr>
        </p:nvSpPr>
        <p:spPr>
          <a:xfrm>
            <a:off x="680322" y="4232171"/>
            <a:ext cx="9613860" cy="1704017"/>
          </a:xfrm>
        </p:spPr>
        <p:txBody>
          <a:bodyPr rtlCol="0">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US" noProof="0"/>
              <a:t>Click to edit Master text styles</a:t>
            </a:r>
          </a:p>
        </p:txBody>
      </p:sp>
      <p:sp>
        <p:nvSpPr>
          <p:cNvPr id="4" name="Date Placeholder 3"/>
          <p:cNvSpPr>
            <a:spLocks noGrp="1"/>
          </p:cNvSpPr>
          <p:nvPr>
            <p:ph type="dt" sz="half" idx="10"/>
          </p:nvPr>
        </p:nvSpPr>
        <p:spPr/>
        <p:txBody>
          <a:bodyPr rtlCol="0"/>
          <a:lstStyle/>
          <a:p>
            <a:pPr rtl="0"/>
            <a:fld id="{D6E3615E-7AE3-4467-878C-8FF2F3E206A2}" type="datetime1">
              <a:rPr lang="en-GB" noProof="0" smtClean="0"/>
              <a:t>31/05/2025</a:t>
            </a:fld>
            <a:endParaRPr lang="en-GB" noProof="0"/>
          </a:p>
        </p:txBody>
      </p:sp>
      <p:sp>
        <p:nvSpPr>
          <p:cNvPr id="5" name="Footer Placeholder 4"/>
          <p:cNvSpPr>
            <a:spLocks noGrp="1"/>
          </p:cNvSpPr>
          <p:nvPr>
            <p:ph type="ftr" sz="quarter" idx="11"/>
          </p:nvPr>
        </p:nvSpPr>
        <p:spPr/>
        <p:txBody>
          <a:bodyPr rtlCol="0"/>
          <a:lstStyle/>
          <a:p>
            <a:pPr rtl="0"/>
            <a:r>
              <a:rPr lang="en-GB" noProof="0"/>
              <a:t>Add a footer</a:t>
            </a:r>
          </a:p>
        </p:txBody>
      </p:sp>
      <p:sp>
        <p:nvSpPr>
          <p:cNvPr id="6" name="Slide Number Placeholder 5"/>
          <p:cNvSpPr>
            <a:spLocks noGrp="1"/>
          </p:cNvSpPr>
          <p:nvPr>
            <p:ph type="sldNum" sz="quarter" idx="12"/>
          </p:nvPr>
        </p:nvSpPr>
        <p:spPr>
          <a:xfrm>
            <a:off x="10729455" y="2869895"/>
            <a:ext cx="1154151" cy="1090789"/>
          </a:xfrm>
        </p:spPr>
        <p:txBody>
          <a:bodyPr rtlCol="0"/>
          <a:lstStyle/>
          <a:p>
            <a:pPr rtl="0"/>
            <a:fld id="{9E3FA76C-C565-46B6-8652-D75785E2521F}" type="slidenum">
              <a:rPr lang="en-GB" noProof="0" smtClean="0"/>
              <a:t>‹#›</a:t>
            </a:fld>
            <a:endParaRPr lang="en-GB" noProof="0"/>
          </a:p>
        </p:txBody>
      </p:sp>
    </p:spTree>
    <p:extLst>
      <p:ext uri="{BB962C8B-B14F-4D97-AF65-F5344CB8AC3E}">
        <p14:creationId xmlns:p14="http://schemas.microsoft.com/office/powerpoint/2010/main" val="503304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CBF5BF6C-5F7D-464E-B42E-D194CF355A7E}"/>
              </a:ext>
            </a:extLst>
          </p:cNvPr>
          <p:cNvGrpSpPr/>
          <p:nvPr userDrawn="1"/>
        </p:nvGrpSpPr>
        <p:grpSpPr bwMode="ltGray">
          <a:xfrm rot="5400000">
            <a:off x="7096454" y="1615369"/>
            <a:ext cx="4959501" cy="5525761"/>
            <a:chOff x="7232499" y="-159283"/>
            <a:chExt cx="4959501" cy="5525761"/>
          </a:xfrm>
          <a:solidFill>
            <a:srgbClr val="76280B">
              <a:alpha val="60000"/>
            </a:srgbClr>
          </a:solidFill>
        </p:grpSpPr>
        <p:pic>
          <p:nvPicPr>
            <p:cNvPr id="13" name="Graphic 12" descr="Single gear">
              <a:extLst>
                <a:ext uri="{FF2B5EF4-FFF2-40B4-BE49-F238E27FC236}">
                  <a16:creationId xmlns:a16="http://schemas.microsoft.com/office/drawing/2014/main" id="{8F045C13-A0AE-4F21-8EE7-47DCE4B458F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8078" r="23442"/>
            <a:stretch/>
          </p:blipFill>
          <p:spPr bwMode="ltGray">
            <a:xfrm>
              <a:off x="8994950" y="0"/>
              <a:ext cx="3197050" cy="3421066"/>
            </a:xfrm>
            <a:prstGeom prst="rect">
              <a:avLst/>
            </a:prstGeom>
          </p:spPr>
        </p:pic>
        <p:pic>
          <p:nvPicPr>
            <p:cNvPr id="14" name="Graphic 13" descr="Single gear">
              <a:extLst>
                <a:ext uri="{FF2B5EF4-FFF2-40B4-BE49-F238E27FC236}">
                  <a16:creationId xmlns:a16="http://schemas.microsoft.com/office/drawing/2014/main" id="{D5197B13-7446-4E28-A62C-4543D7BD632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7232499" y="667872"/>
              <a:ext cx="2880000" cy="2880000"/>
            </a:xfrm>
            <a:prstGeom prst="rect">
              <a:avLst/>
            </a:prstGeom>
          </p:spPr>
        </p:pic>
        <p:pic>
          <p:nvPicPr>
            <p:cNvPr id="15" name="Graphic 14" descr="Single gear">
              <a:extLst>
                <a:ext uri="{FF2B5EF4-FFF2-40B4-BE49-F238E27FC236}">
                  <a16:creationId xmlns:a16="http://schemas.microsoft.com/office/drawing/2014/main" id="{4B5B975A-536D-4192-B3DE-875F5E141AA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746667" y="2486478"/>
              <a:ext cx="2880000" cy="2880000"/>
            </a:xfrm>
            <a:prstGeom prst="rect">
              <a:avLst/>
            </a:prstGeom>
          </p:spPr>
        </p:pic>
        <p:pic>
          <p:nvPicPr>
            <p:cNvPr id="16" name="Graphic 15" descr="Single gear">
              <a:extLst>
                <a:ext uri="{FF2B5EF4-FFF2-40B4-BE49-F238E27FC236}">
                  <a16:creationId xmlns:a16="http://schemas.microsoft.com/office/drawing/2014/main" id="{5BB09BB4-511A-4714-92A7-D9CA09D1FD7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501643" y="-159283"/>
              <a:ext cx="1620000" cy="1620000"/>
            </a:xfrm>
            <a:prstGeom prst="rect">
              <a:avLst/>
            </a:prstGeom>
          </p:spPr>
        </p:pic>
      </p:grpSp>
      <p:pic>
        <p:nvPicPr>
          <p:cNvPr id="8" name="Picture 7"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rtlCol="0"/>
          <a:lstStyle/>
          <a:p>
            <a:pPr rtl="0"/>
            <a:r>
              <a:rPr lang="en-US" noProof="0"/>
              <a:t>Click to edit Master title style</a:t>
            </a:r>
            <a:endParaRPr lang="en-GB" noProof="0"/>
          </a:p>
        </p:txBody>
      </p:sp>
      <p:sp>
        <p:nvSpPr>
          <p:cNvPr id="3" name="Content Placeholder 2"/>
          <p:cNvSpPr>
            <a:spLocks noGrp="1"/>
          </p:cNvSpPr>
          <p:nvPr>
            <p:ph sz="half" idx="1"/>
          </p:nvPr>
        </p:nvSpPr>
        <p:spPr>
          <a:xfrm>
            <a:off x="680320" y="2336873"/>
            <a:ext cx="4698358" cy="3599316"/>
          </a:xfr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Content Placeholder 3"/>
          <p:cNvSpPr>
            <a:spLocks noGrp="1"/>
          </p:cNvSpPr>
          <p:nvPr>
            <p:ph sz="half" idx="2"/>
          </p:nvPr>
        </p:nvSpPr>
        <p:spPr>
          <a:xfrm>
            <a:off x="5594123" y="2336873"/>
            <a:ext cx="4700058" cy="3599316"/>
          </a:xfr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Date Placeholder 4"/>
          <p:cNvSpPr>
            <a:spLocks noGrp="1"/>
          </p:cNvSpPr>
          <p:nvPr>
            <p:ph type="dt" sz="half" idx="10"/>
          </p:nvPr>
        </p:nvSpPr>
        <p:spPr/>
        <p:txBody>
          <a:bodyPr rtlCol="0"/>
          <a:lstStyle/>
          <a:p>
            <a:pPr rtl="0"/>
            <a:fld id="{AA209A3A-A5BE-4B2C-94DC-B55D8133833D}" type="datetime1">
              <a:rPr lang="en-GB" noProof="0" smtClean="0"/>
              <a:t>31/05/2025</a:t>
            </a:fld>
            <a:endParaRPr lang="en-GB" noProof="0"/>
          </a:p>
        </p:txBody>
      </p:sp>
      <p:sp>
        <p:nvSpPr>
          <p:cNvPr id="6" name="Footer Placeholder 5"/>
          <p:cNvSpPr>
            <a:spLocks noGrp="1"/>
          </p:cNvSpPr>
          <p:nvPr>
            <p:ph type="ftr" sz="quarter" idx="11"/>
          </p:nvPr>
        </p:nvSpPr>
        <p:spPr/>
        <p:txBody>
          <a:bodyPr rtlCol="0"/>
          <a:lstStyle/>
          <a:p>
            <a:pPr rtl="0"/>
            <a:r>
              <a:rPr lang="en-GB" noProof="0"/>
              <a:t>Add a footer</a:t>
            </a:r>
          </a:p>
        </p:txBody>
      </p:sp>
      <p:sp>
        <p:nvSpPr>
          <p:cNvPr id="7" name="Slide Number Placeholder 6"/>
          <p:cNvSpPr>
            <a:spLocks noGrp="1"/>
          </p:cNvSpPr>
          <p:nvPr>
            <p:ph type="sldNum" sz="quarter" idx="12"/>
          </p:nvPr>
        </p:nvSpPr>
        <p:spPr/>
        <p:txBody>
          <a:bodyPr rtlCol="0"/>
          <a:lstStyle/>
          <a:p>
            <a:pPr rtl="0"/>
            <a:fld id="{9E3FA76C-C565-46B6-8652-D75785E2521F}" type="slidenum">
              <a:rPr lang="en-GB" noProof="0" smtClean="0"/>
              <a:t>‹#›</a:t>
            </a:fld>
            <a:endParaRPr lang="en-GB" noProof="0"/>
          </a:p>
        </p:txBody>
      </p:sp>
    </p:spTree>
    <p:extLst>
      <p:ext uri="{BB962C8B-B14F-4D97-AF65-F5344CB8AC3E}">
        <p14:creationId xmlns:p14="http://schemas.microsoft.com/office/powerpoint/2010/main" val="1762720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1281ABC-1821-4B63-88B5-74D2B13A11AF}"/>
              </a:ext>
            </a:extLst>
          </p:cNvPr>
          <p:cNvGrpSpPr/>
          <p:nvPr userDrawn="1"/>
        </p:nvGrpSpPr>
        <p:grpSpPr>
          <a:xfrm rot="5400000">
            <a:off x="175132" y="1273331"/>
            <a:ext cx="5378800" cy="5588856"/>
            <a:chOff x="-424090" y="303112"/>
            <a:chExt cx="5378800" cy="5588856"/>
          </a:xfrm>
          <a:solidFill>
            <a:srgbClr val="F6BF73">
              <a:alpha val="30196"/>
            </a:srgbClr>
          </a:solidFill>
        </p:grpSpPr>
        <p:pic>
          <p:nvPicPr>
            <p:cNvPr id="13" name="Graphic 12" descr="Single gear">
              <a:extLst>
                <a:ext uri="{FF2B5EF4-FFF2-40B4-BE49-F238E27FC236}">
                  <a16:creationId xmlns:a16="http://schemas.microsoft.com/office/drawing/2014/main" id="{0BD16937-7ADD-43BC-AFAD-ABA8E1E4D044}"/>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195" t="12276" r="8371" b="1368"/>
            <a:stretch/>
          </p:blipFill>
          <p:spPr>
            <a:xfrm rot="5400000">
              <a:off x="1442081" y="2451153"/>
              <a:ext cx="3275424" cy="3606205"/>
            </a:xfrm>
            <a:prstGeom prst="rect">
              <a:avLst/>
            </a:prstGeom>
          </p:spPr>
        </p:pic>
        <p:pic>
          <p:nvPicPr>
            <p:cNvPr id="14" name="Graphic 13" descr="Single gear">
              <a:extLst>
                <a:ext uri="{FF2B5EF4-FFF2-40B4-BE49-F238E27FC236}">
                  <a16:creationId xmlns:a16="http://schemas.microsoft.com/office/drawing/2014/main" id="{A93E95CB-8B7F-4CE0-BD90-8078D78E5BE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1092764" y="303112"/>
              <a:ext cx="2880000" cy="2880000"/>
            </a:xfrm>
            <a:prstGeom prst="rect">
              <a:avLst/>
            </a:prstGeom>
          </p:spPr>
        </p:pic>
        <p:pic>
          <p:nvPicPr>
            <p:cNvPr id="15" name="Graphic 14" descr="Single gear">
              <a:extLst>
                <a:ext uri="{FF2B5EF4-FFF2-40B4-BE49-F238E27FC236}">
                  <a16:creationId xmlns:a16="http://schemas.microsoft.com/office/drawing/2014/main" id="{308EA72E-9FD8-4137-AF70-2F45B4623A1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424090" y="1817280"/>
              <a:ext cx="2880000" cy="2880000"/>
            </a:xfrm>
            <a:prstGeom prst="rect">
              <a:avLst/>
            </a:prstGeom>
          </p:spPr>
        </p:pic>
        <p:pic>
          <p:nvPicPr>
            <p:cNvPr id="16" name="Graphic 15" descr="Single gear">
              <a:extLst>
                <a:ext uri="{FF2B5EF4-FFF2-40B4-BE49-F238E27FC236}">
                  <a16:creationId xmlns:a16="http://schemas.microsoft.com/office/drawing/2014/main" id="{7E5F03E5-E60E-40E5-996F-CE212FF6425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625457" y="4024986"/>
              <a:ext cx="1620000" cy="1620000"/>
            </a:xfrm>
            <a:prstGeom prst="rect">
              <a:avLst/>
            </a:prstGeom>
          </p:spPr>
        </p:pic>
        <p:pic>
          <p:nvPicPr>
            <p:cNvPr id="17" name="Graphic 16" descr="Single gear">
              <a:extLst>
                <a:ext uri="{FF2B5EF4-FFF2-40B4-BE49-F238E27FC236}">
                  <a16:creationId xmlns:a16="http://schemas.microsoft.com/office/drawing/2014/main" id="{7EB0518D-8C62-493A-B053-F7B2F41290B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3226710" y="1355170"/>
              <a:ext cx="1728000" cy="1728000"/>
            </a:xfrm>
            <a:prstGeom prst="rect">
              <a:avLst/>
            </a:prstGeom>
          </p:spPr>
        </p:pic>
      </p:grpSp>
      <p:pic>
        <p:nvPicPr>
          <p:cNvPr id="8" name="Picture 7"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2601" y="1970240"/>
            <a:ext cx="10437812" cy="321164"/>
          </a:xfrm>
          <a:prstGeom prst="rect">
            <a:avLst/>
          </a:prstGeom>
        </p:spPr>
      </p:pic>
      <p:sp>
        <p:nvSpPr>
          <p:cNvPr id="10" name="Rectangle 9"/>
          <p:cNvSpPr/>
          <p:nvPr/>
        </p:nvSpPr>
        <p:spPr bwMode="ltGray">
          <a:xfrm>
            <a:off x="175260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3077" y="609600"/>
            <a:ext cx="1602997" cy="1368198"/>
          </a:xfrm>
          <a:prstGeom prst="rect">
            <a:avLst/>
          </a:prstGeom>
          <a:solidFill>
            <a:srgbClr val="942D0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37646" y="753228"/>
            <a:ext cx="9613861" cy="1080938"/>
          </a:xfrm>
        </p:spPr>
        <p:txBody>
          <a:bodyPr rtlCol="0"/>
          <a:lstStyle/>
          <a:p>
            <a:pPr rtl="0"/>
            <a:r>
              <a:rPr lang="en-US" noProof="0"/>
              <a:t>Click to edit Master title style</a:t>
            </a:r>
            <a:endParaRPr lang="en-GB" noProof="0"/>
          </a:p>
        </p:txBody>
      </p:sp>
      <p:sp>
        <p:nvSpPr>
          <p:cNvPr id="3" name="Content Placeholder 2"/>
          <p:cNvSpPr>
            <a:spLocks noGrp="1"/>
          </p:cNvSpPr>
          <p:nvPr>
            <p:ph sz="half" idx="1"/>
          </p:nvPr>
        </p:nvSpPr>
        <p:spPr>
          <a:xfrm>
            <a:off x="2137645" y="2336873"/>
            <a:ext cx="4698358" cy="3599316"/>
          </a:xfr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Content Placeholder 3"/>
          <p:cNvSpPr>
            <a:spLocks noGrp="1"/>
          </p:cNvSpPr>
          <p:nvPr>
            <p:ph sz="half" idx="2"/>
          </p:nvPr>
        </p:nvSpPr>
        <p:spPr>
          <a:xfrm>
            <a:off x="7051448" y="2336873"/>
            <a:ext cx="4700058" cy="3599316"/>
          </a:xfrm>
        </p:spPr>
        <p:txBody>
          <a:bodyPr rtlCol="0" anchor="ctr" anchorCtr="0"/>
          <a:lstStyle>
            <a:lvl1pPr algn="ctr">
              <a:defRPr/>
            </a:lvl1pPr>
            <a:lvl2pPr algn="ctr">
              <a:defRPr/>
            </a:lvl2pPr>
            <a:lvl3pPr algn="ctr">
              <a:defRPr/>
            </a:lvl3pPr>
            <a:lvl4pPr algn="ctr">
              <a:defRPr/>
            </a:lvl4pPr>
            <a:lvl5pPr algn="ctr">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Date Placeholder 4"/>
          <p:cNvSpPr>
            <a:spLocks noGrp="1"/>
          </p:cNvSpPr>
          <p:nvPr>
            <p:ph type="dt" sz="half" idx="10"/>
          </p:nvPr>
        </p:nvSpPr>
        <p:spPr>
          <a:xfrm>
            <a:off x="9008306" y="5936187"/>
            <a:ext cx="2743200" cy="365125"/>
          </a:xfrm>
        </p:spPr>
        <p:txBody>
          <a:bodyPr rtlCol="0"/>
          <a:lstStyle/>
          <a:p>
            <a:pPr rtl="0"/>
            <a:fld id="{8DFD0260-717D-4A5B-8FC4-01C2C6CEE26A}" type="datetime1">
              <a:rPr lang="en-GB" noProof="0" smtClean="0"/>
              <a:t>31/05/2025</a:t>
            </a:fld>
            <a:endParaRPr lang="en-GB" noProof="0"/>
          </a:p>
        </p:txBody>
      </p:sp>
      <p:sp>
        <p:nvSpPr>
          <p:cNvPr id="6" name="Footer Placeholder 5"/>
          <p:cNvSpPr>
            <a:spLocks noGrp="1"/>
          </p:cNvSpPr>
          <p:nvPr>
            <p:ph type="ftr" sz="quarter" idx="11"/>
          </p:nvPr>
        </p:nvSpPr>
        <p:spPr>
          <a:xfrm>
            <a:off x="2137646" y="5936188"/>
            <a:ext cx="6870660" cy="365125"/>
          </a:xfrm>
        </p:spPr>
        <p:txBody>
          <a:bodyPr rtlCol="0"/>
          <a:lstStyle/>
          <a:p>
            <a:pPr rtl="0"/>
            <a:r>
              <a:rPr lang="en-GB" noProof="0"/>
              <a:t>Add a footer</a:t>
            </a:r>
          </a:p>
        </p:txBody>
      </p:sp>
      <p:sp>
        <p:nvSpPr>
          <p:cNvPr id="7" name="Slide Number Placeholder 6"/>
          <p:cNvSpPr>
            <a:spLocks noGrp="1"/>
          </p:cNvSpPr>
          <p:nvPr>
            <p:ph type="sldNum" sz="quarter" idx="12"/>
          </p:nvPr>
        </p:nvSpPr>
        <p:spPr>
          <a:xfrm>
            <a:off x="156705" y="753227"/>
            <a:ext cx="1154151" cy="1090789"/>
          </a:xfrm>
        </p:spPr>
        <p:txBody>
          <a:bodyPr rtlCol="0"/>
          <a:lstStyle/>
          <a:p>
            <a:pPr rtl="0"/>
            <a:fld id="{9E3FA76C-C565-46B6-8652-D75785E2521F}" type="slidenum">
              <a:rPr lang="en-GB" noProof="0" smtClean="0"/>
              <a:t>‹#›</a:t>
            </a:fld>
            <a:endParaRPr lang="en-GB" noProof="0"/>
          </a:p>
        </p:txBody>
      </p:sp>
    </p:spTree>
    <p:extLst>
      <p:ext uri="{BB962C8B-B14F-4D97-AF65-F5344CB8AC3E}">
        <p14:creationId xmlns:p14="http://schemas.microsoft.com/office/powerpoint/2010/main" val="3206977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F90C5C8C-B074-498F-921D-CC0B5DF8FBD3}"/>
              </a:ext>
            </a:extLst>
          </p:cNvPr>
          <p:cNvGrpSpPr/>
          <p:nvPr userDrawn="1"/>
        </p:nvGrpSpPr>
        <p:grpSpPr>
          <a:xfrm rot="10800000">
            <a:off x="108452" y="75467"/>
            <a:ext cx="5378800" cy="5588856"/>
            <a:chOff x="-424090" y="303112"/>
            <a:chExt cx="5378800" cy="5588856"/>
          </a:xfrm>
          <a:solidFill>
            <a:srgbClr val="F6BF73">
              <a:alpha val="30196"/>
            </a:srgbClr>
          </a:solidFill>
        </p:grpSpPr>
        <p:pic>
          <p:nvPicPr>
            <p:cNvPr id="15" name="Graphic 14" descr="Single gear">
              <a:extLst>
                <a:ext uri="{FF2B5EF4-FFF2-40B4-BE49-F238E27FC236}">
                  <a16:creationId xmlns:a16="http://schemas.microsoft.com/office/drawing/2014/main" id="{C270183A-92E0-49A5-B6BC-F19346763723}"/>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195" t="12276" r="8371" b="1368"/>
            <a:stretch/>
          </p:blipFill>
          <p:spPr>
            <a:xfrm rot="5400000">
              <a:off x="1442081" y="2451153"/>
              <a:ext cx="3275424" cy="3606205"/>
            </a:xfrm>
            <a:prstGeom prst="rect">
              <a:avLst/>
            </a:prstGeom>
          </p:spPr>
        </p:pic>
        <p:pic>
          <p:nvPicPr>
            <p:cNvPr id="16" name="Graphic 15" descr="Single gear">
              <a:extLst>
                <a:ext uri="{FF2B5EF4-FFF2-40B4-BE49-F238E27FC236}">
                  <a16:creationId xmlns:a16="http://schemas.microsoft.com/office/drawing/2014/main" id="{6E086889-5472-4B65-A156-D0B8F369C34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1092764" y="303112"/>
              <a:ext cx="2880000" cy="2880000"/>
            </a:xfrm>
            <a:prstGeom prst="rect">
              <a:avLst/>
            </a:prstGeom>
          </p:spPr>
        </p:pic>
        <p:pic>
          <p:nvPicPr>
            <p:cNvPr id="17" name="Graphic 16" descr="Single gear">
              <a:extLst>
                <a:ext uri="{FF2B5EF4-FFF2-40B4-BE49-F238E27FC236}">
                  <a16:creationId xmlns:a16="http://schemas.microsoft.com/office/drawing/2014/main" id="{4BCBF44F-62C7-4F40-99DF-85C459F43ED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424090" y="1817280"/>
              <a:ext cx="2880000" cy="2880000"/>
            </a:xfrm>
            <a:prstGeom prst="rect">
              <a:avLst/>
            </a:prstGeom>
          </p:spPr>
        </p:pic>
        <p:pic>
          <p:nvPicPr>
            <p:cNvPr id="18" name="Graphic 17" descr="Single gear">
              <a:extLst>
                <a:ext uri="{FF2B5EF4-FFF2-40B4-BE49-F238E27FC236}">
                  <a16:creationId xmlns:a16="http://schemas.microsoft.com/office/drawing/2014/main" id="{ABF64D53-5ED0-4A1D-A7EA-94CDB0D37EC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625457" y="4024986"/>
              <a:ext cx="1620000" cy="1620000"/>
            </a:xfrm>
            <a:prstGeom prst="rect">
              <a:avLst/>
            </a:prstGeom>
          </p:spPr>
        </p:pic>
        <p:pic>
          <p:nvPicPr>
            <p:cNvPr id="19" name="Graphic 18" descr="Single gear">
              <a:extLst>
                <a:ext uri="{FF2B5EF4-FFF2-40B4-BE49-F238E27FC236}">
                  <a16:creationId xmlns:a16="http://schemas.microsoft.com/office/drawing/2014/main" id="{2565C769-10BF-4E7B-B099-B4FD458436E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3226710" y="1355170"/>
              <a:ext cx="1728000" cy="1728000"/>
            </a:xfrm>
            <a:prstGeom prst="rect">
              <a:avLst/>
            </a:prstGeom>
          </p:spPr>
        </p:pic>
      </p:grpSp>
      <p:pic>
        <p:nvPicPr>
          <p:cNvPr id="10" name="Picture 9"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rtlCol="0"/>
          <a:lstStyle/>
          <a:p>
            <a:pPr rtl="0"/>
            <a:r>
              <a:rPr lang="en-US" noProof="0"/>
              <a:t>Click to edit Master title style</a:t>
            </a:r>
            <a:endParaRPr lang="en-GB" noProof="0"/>
          </a:p>
        </p:txBody>
      </p:sp>
      <p:sp>
        <p:nvSpPr>
          <p:cNvPr id="3" name="Text Placeholder 2"/>
          <p:cNvSpPr>
            <a:spLocks noGrp="1"/>
          </p:cNvSpPr>
          <p:nvPr>
            <p:ph type="body" idx="1"/>
          </p:nvPr>
        </p:nvSpPr>
        <p:spPr>
          <a:xfrm>
            <a:off x="680320" y="2336873"/>
            <a:ext cx="4698358" cy="693135"/>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4" name="Content Placeholder 3"/>
          <p:cNvSpPr>
            <a:spLocks noGrp="1"/>
          </p:cNvSpPr>
          <p:nvPr>
            <p:ph sz="half" idx="2"/>
          </p:nvPr>
        </p:nvSpPr>
        <p:spPr>
          <a:xfrm>
            <a:off x="680322" y="3030008"/>
            <a:ext cx="4698355" cy="2906179"/>
          </a:xfr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ext Placeholder 4"/>
          <p:cNvSpPr>
            <a:spLocks noGrp="1"/>
          </p:cNvSpPr>
          <p:nvPr>
            <p:ph type="body" sz="quarter" idx="3"/>
          </p:nvPr>
        </p:nvSpPr>
        <p:spPr>
          <a:xfrm>
            <a:off x="5594123" y="2336873"/>
            <a:ext cx="4700059" cy="692076"/>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6" name="Content Placeholder 5"/>
          <p:cNvSpPr>
            <a:spLocks noGrp="1"/>
          </p:cNvSpPr>
          <p:nvPr>
            <p:ph sz="quarter" idx="4"/>
          </p:nvPr>
        </p:nvSpPr>
        <p:spPr>
          <a:xfrm>
            <a:off x="5594123" y="3030008"/>
            <a:ext cx="4700059" cy="2906179"/>
          </a:xfr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7" name="Date Placeholder 6"/>
          <p:cNvSpPr>
            <a:spLocks noGrp="1"/>
          </p:cNvSpPr>
          <p:nvPr>
            <p:ph type="dt" sz="half" idx="10"/>
          </p:nvPr>
        </p:nvSpPr>
        <p:spPr/>
        <p:txBody>
          <a:bodyPr rtlCol="0"/>
          <a:lstStyle/>
          <a:p>
            <a:pPr rtl="0"/>
            <a:fld id="{370E6AB2-C2BD-47EB-859C-03D5AAE9FA06}" type="datetime1">
              <a:rPr lang="en-GB" noProof="0" smtClean="0"/>
              <a:t>31/05/2025</a:t>
            </a:fld>
            <a:endParaRPr lang="en-GB" noProof="0"/>
          </a:p>
        </p:txBody>
      </p:sp>
      <p:sp>
        <p:nvSpPr>
          <p:cNvPr id="8" name="Footer Placeholder 7"/>
          <p:cNvSpPr>
            <a:spLocks noGrp="1"/>
          </p:cNvSpPr>
          <p:nvPr>
            <p:ph type="ftr" sz="quarter" idx="11"/>
          </p:nvPr>
        </p:nvSpPr>
        <p:spPr/>
        <p:txBody>
          <a:bodyPr rtlCol="0"/>
          <a:lstStyle/>
          <a:p>
            <a:pPr rtl="0"/>
            <a:r>
              <a:rPr lang="en-GB" noProof="0"/>
              <a:t>Add a footer</a:t>
            </a:r>
          </a:p>
        </p:txBody>
      </p:sp>
      <p:sp>
        <p:nvSpPr>
          <p:cNvPr id="9" name="Slide Number Placeholder 8"/>
          <p:cNvSpPr>
            <a:spLocks noGrp="1"/>
          </p:cNvSpPr>
          <p:nvPr>
            <p:ph type="sldNum" sz="quarter" idx="12"/>
          </p:nvPr>
        </p:nvSpPr>
        <p:spPr/>
        <p:txBody>
          <a:bodyPr rtlCol="0"/>
          <a:lstStyle/>
          <a:p>
            <a:pPr rtl="0"/>
            <a:fld id="{9E3FA76C-C565-46B6-8652-D75785E2521F}" type="slidenum">
              <a:rPr lang="en-GB" noProof="0" smtClean="0"/>
              <a:t>‹#›</a:t>
            </a:fld>
            <a:endParaRPr lang="en-GB" noProof="0"/>
          </a:p>
        </p:txBody>
      </p:sp>
    </p:spTree>
    <p:extLst>
      <p:ext uri="{BB962C8B-B14F-4D97-AF65-F5344CB8AC3E}">
        <p14:creationId xmlns:p14="http://schemas.microsoft.com/office/powerpoint/2010/main" val="727138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1281ABC-1821-4B63-88B5-74D2B13A11AF}"/>
              </a:ext>
            </a:extLst>
          </p:cNvPr>
          <p:cNvGrpSpPr/>
          <p:nvPr userDrawn="1"/>
        </p:nvGrpSpPr>
        <p:grpSpPr>
          <a:xfrm rot="5400000">
            <a:off x="175132" y="1273331"/>
            <a:ext cx="5378800" cy="5588856"/>
            <a:chOff x="-424090" y="303112"/>
            <a:chExt cx="5378800" cy="5588856"/>
          </a:xfrm>
          <a:solidFill>
            <a:srgbClr val="F6BF73">
              <a:alpha val="30196"/>
            </a:srgbClr>
          </a:solidFill>
        </p:grpSpPr>
        <p:pic>
          <p:nvPicPr>
            <p:cNvPr id="13" name="Graphic 12" descr="Single gear">
              <a:extLst>
                <a:ext uri="{FF2B5EF4-FFF2-40B4-BE49-F238E27FC236}">
                  <a16:creationId xmlns:a16="http://schemas.microsoft.com/office/drawing/2014/main" id="{0BD16937-7ADD-43BC-AFAD-ABA8E1E4D044}"/>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195" t="12276" r="8371" b="1368"/>
            <a:stretch/>
          </p:blipFill>
          <p:spPr>
            <a:xfrm rot="5400000">
              <a:off x="1442081" y="2451153"/>
              <a:ext cx="3275424" cy="3606205"/>
            </a:xfrm>
            <a:prstGeom prst="rect">
              <a:avLst/>
            </a:prstGeom>
          </p:spPr>
        </p:pic>
        <p:pic>
          <p:nvPicPr>
            <p:cNvPr id="14" name="Graphic 13" descr="Single gear">
              <a:extLst>
                <a:ext uri="{FF2B5EF4-FFF2-40B4-BE49-F238E27FC236}">
                  <a16:creationId xmlns:a16="http://schemas.microsoft.com/office/drawing/2014/main" id="{A93E95CB-8B7F-4CE0-BD90-8078D78E5BE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1092764" y="303112"/>
              <a:ext cx="2880000" cy="2880000"/>
            </a:xfrm>
            <a:prstGeom prst="rect">
              <a:avLst/>
            </a:prstGeom>
          </p:spPr>
        </p:pic>
        <p:pic>
          <p:nvPicPr>
            <p:cNvPr id="15" name="Graphic 14" descr="Single gear">
              <a:extLst>
                <a:ext uri="{FF2B5EF4-FFF2-40B4-BE49-F238E27FC236}">
                  <a16:creationId xmlns:a16="http://schemas.microsoft.com/office/drawing/2014/main" id="{308EA72E-9FD8-4137-AF70-2F45B4623A1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424090" y="1817280"/>
              <a:ext cx="2880000" cy="2880000"/>
            </a:xfrm>
            <a:prstGeom prst="rect">
              <a:avLst/>
            </a:prstGeom>
          </p:spPr>
        </p:pic>
        <p:pic>
          <p:nvPicPr>
            <p:cNvPr id="16" name="Graphic 15" descr="Single gear">
              <a:extLst>
                <a:ext uri="{FF2B5EF4-FFF2-40B4-BE49-F238E27FC236}">
                  <a16:creationId xmlns:a16="http://schemas.microsoft.com/office/drawing/2014/main" id="{7E5F03E5-E60E-40E5-996F-CE212FF6425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625457" y="4024986"/>
              <a:ext cx="1620000" cy="1620000"/>
            </a:xfrm>
            <a:prstGeom prst="rect">
              <a:avLst/>
            </a:prstGeom>
          </p:spPr>
        </p:pic>
        <p:pic>
          <p:nvPicPr>
            <p:cNvPr id="17" name="Graphic 16" descr="Single gear">
              <a:extLst>
                <a:ext uri="{FF2B5EF4-FFF2-40B4-BE49-F238E27FC236}">
                  <a16:creationId xmlns:a16="http://schemas.microsoft.com/office/drawing/2014/main" id="{7EB0518D-8C62-493A-B053-F7B2F41290B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3226710" y="1355170"/>
              <a:ext cx="1728000" cy="1728000"/>
            </a:xfrm>
            <a:prstGeom prst="rect">
              <a:avLst/>
            </a:prstGeom>
          </p:spPr>
        </p:pic>
      </p:grpSp>
      <p:pic>
        <p:nvPicPr>
          <p:cNvPr id="8" name="Picture 7"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2601" y="1970240"/>
            <a:ext cx="10437812" cy="321164"/>
          </a:xfrm>
          <a:prstGeom prst="rect">
            <a:avLst/>
          </a:prstGeom>
        </p:spPr>
      </p:pic>
      <p:sp>
        <p:nvSpPr>
          <p:cNvPr id="10" name="Rectangle 9"/>
          <p:cNvSpPr/>
          <p:nvPr/>
        </p:nvSpPr>
        <p:spPr bwMode="ltGray">
          <a:xfrm>
            <a:off x="175260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3077" y="609600"/>
            <a:ext cx="1602997" cy="1368198"/>
          </a:xfrm>
          <a:prstGeom prst="rect">
            <a:avLst/>
          </a:prstGeom>
          <a:solidFill>
            <a:srgbClr val="942D0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37646" y="753228"/>
            <a:ext cx="9613861" cy="1080938"/>
          </a:xfrm>
        </p:spPr>
        <p:txBody>
          <a:bodyPr rtlCol="0"/>
          <a:lstStyle/>
          <a:p>
            <a:pPr rtl="0"/>
            <a:r>
              <a:rPr lang="en-US" noProof="0"/>
              <a:t>Click to edit Master title style</a:t>
            </a:r>
            <a:endParaRPr lang="en-GB" noProof="0"/>
          </a:p>
        </p:txBody>
      </p:sp>
      <p:sp>
        <p:nvSpPr>
          <p:cNvPr id="5" name="Date Placeholder 4"/>
          <p:cNvSpPr>
            <a:spLocks noGrp="1"/>
          </p:cNvSpPr>
          <p:nvPr>
            <p:ph type="dt" sz="half" idx="10"/>
          </p:nvPr>
        </p:nvSpPr>
        <p:spPr>
          <a:xfrm>
            <a:off x="9008306" y="5936187"/>
            <a:ext cx="2743200" cy="365125"/>
          </a:xfrm>
        </p:spPr>
        <p:txBody>
          <a:bodyPr rtlCol="0"/>
          <a:lstStyle/>
          <a:p>
            <a:pPr rtl="0"/>
            <a:fld id="{591C949C-571E-44F4-93A8-1BCB752D15E5}" type="datetime1">
              <a:rPr lang="en-GB" noProof="0" smtClean="0"/>
              <a:t>31/05/2025</a:t>
            </a:fld>
            <a:endParaRPr lang="en-GB" noProof="0"/>
          </a:p>
        </p:txBody>
      </p:sp>
      <p:sp>
        <p:nvSpPr>
          <p:cNvPr id="6" name="Footer Placeholder 5"/>
          <p:cNvSpPr>
            <a:spLocks noGrp="1"/>
          </p:cNvSpPr>
          <p:nvPr>
            <p:ph type="ftr" sz="quarter" idx="11"/>
          </p:nvPr>
        </p:nvSpPr>
        <p:spPr>
          <a:xfrm>
            <a:off x="2137646" y="5936188"/>
            <a:ext cx="6870660" cy="365125"/>
          </a:xfrm>
        </p:spPr>
        <p:txBody>
          <a:bodyPr rtlCol="0"/>
          <a:lstStyle/>
          <a:p>
            <a:pPr rtl="0"/>
            <a:r>
              <a:rPr lang="en-GB" noProof="0"/>
              <a:t>Add a footer</a:t>
            </a:r>
          </a:p>
        </p:txBody>
      </p:sp>
      <p:sp>
        <p:nvSpPr>
          <p:cNvPr id="7" name="Slide Number Placeholder 6"/>
          <p:cNvSpPr>
            <a:spLocks noGrp="1"/>
          </p:cNvSpPr>
          <p:nvPr>
            <p:ph type="sldNum" sz="quarter" idx="12"/>
          </p:nvPr>
        </p:nvSpPr>
        <p:spPr>
          <a:xfrm>
            <a:off x="156705" y="753227"/>
            <a:ext cx="1154151" cy="1090789"/>
          </a:xfrm>
        </p:spPr>
        <p:txBody>
          <a:bodyPr rtlCol="0"/>
          <a:lstStyle/>
          <a:p>
            <a:pPr rtl="0"/>
            <a:fld id="{9E3FA76C-C565-46B6-8652-D75785E2521F}" type="slidenum">
              <a:rPr lang="en-GB" noProof="0" smtClean="0"/>
              <a:t>‹#›</a:t>
            </a:fld>
            <a:endParaRPr lang="en-GB" noProof="0"/>
          </a:p>
        </p:txBody>
      </p:sp>
      <p:sp>
        <p:nvSpPr>
          <p:cNvPr id="18" name="Content Placeholder 2">
            <a:extLst>
              <a:ext uri="{FF2B5EF4-FFF2-40B4-BE49-F238E27FC236}">
                <a16:creationId xmlns:a16="http://schemas.microsoft.com/office/drawing/2014/main" id="{FD7CD5CF-F924-43C6-9C02-06FBC84A6729}"/>
              </a:ext>
            </a:extLst>
          </p:cNvPr>
          <p:cNvSpPr>
            <a:spLocks noGrp="1"/>
          </p:cNvSpPr>
          <p:nvPr>
            <p:ph idx="1"/>
          </p:nvPr>
        </p:nvSpPr>
        <p:spPr>
          <a:xfrm>
            <a:off x="2137644" y="2161725"/>
            <a:ext cx="9613861" cy="3702647"/>
          </a:xfr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Tree>
    <p:extLst>
      <p:ext uri="{BB962C8B-B14F-4D97-AF65-F5344CB8AC3E}">
        <p14:creationId xmlns:p14="http://schemas.microsoft.com/office/powerpoint/2010/main" val="2413184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1CA97C9F-27FA-4BCE-84C2-EA9C0347E974}"/>
              </a:ext>
            </a:extLst>
          </p:cNvPr>
          <p:cNvGrpSpPr/>
          <p:nvPr userDrawn="1"/>
        </p:nvGrpSpPr>
        <p:grpSpPr>
          <a:xfrm rot="5400000">
            <a:off x="227324" y="1282732"/>
            <a:ext cx="5378800" cy="5588856"/>
            <a:chOff x="-424090" y="303112"/>
            <a:chExt cx="5378800" cy="5588856"/>
          </a:xfrm>
          <a:solidFill>
            <a:srgbClr val="F6BF73">
              <a:alpha val="30196"/>
            </a:srgbClr>
          </a:solidFill>
        </p:grpSpPr>
        <p:pic>
          <p:nvPicPr>
            <p:cNvPr id="11" name="Graphic 10" descr="Single gear">
              <a:extLst>
                <a:ext uri="{FF2B5EF4-FFF2-40B4-BE49-F238E27FC236}">
                  <a16:creationId xmlns:a16="http://schemas.microsoft.com/office/drawing/2014/main" id="{6EEB6AF8-1385-4805-8E97-CDE431030B09}"/>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195" t="12276" r="8371" b="1368"/>
            <a:stretch/>
          </p:blipFill>
          <p:spPr>
            <a:xfrm rot="5400000">
              <a:off x="1442081" y="2451153"/>
              <a:ext cx="3275424" cy="3606205"/>
            </a:xfrm>
            <a:prstGeom prst="rect">
              <a:avLst/>
            </a:prstGeom>
          </p:spPr>
        </p:pic>
        <p:pic>
          <p:nvPicPr>
            <p:cNvPr id="12" name="Graphic 11" descr="Single gear">
              <a:extLst>
                <a:ext uri="{FF2B5EF4-FFF2-40B4-BE49-F238E27FC236}">
                  <a16:creationId xmlns:a16="http://schemas.microsoft.com/office/drawing/2014/main" id="{1F08FE59-AC1A-4BF7-B9D5-7672C8C7D39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1092764" y="303112"/>
              <a:ext cx="2880000" cy="2880000"/>
            </a:xfrm>
            <a:prstGeom prst="rect">
              <a:avLst/>
            </a:prstGeom>
          </p:spPr>
        </p:pic>
        <p:pic>
          <p:nvPicPr>
            <p:cNvPr id="13" name="Graphic 12" descr="Single gear">
              <a:extLst>
                <a:ext uri="{FF2B5EF4-FFF2-40B4-BE49-F238E27FC236}">
                  <a16:creationId xmlns:a16="http://schemas.microsoft.com/office/drawing/2014/main" id="{F44470E0-8B01-46E6-90F1-4B52CB3EFFE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424090" y="1817280"/>
              <a:ext cx="2880000" cy="2880000"/>
            </a:xfrm>
            <a:prstGeom prst="rect">
              <a:avLst/>
            </a:prstGeom>
          </p:spPr>
        </p:pic>
        <p:pic>
          <p:nvPicPr>
            <p:cNvPr id="14" name="Graphic 13" descr="Single gear">
              <a:extLst>
                <a:ext uri="{FF2B5EF4-FFF2-40B4-BE49-F238E27FC236}">
                  <a16:creationId xmlns:a16="http://schemas.microsoft.com/office/drawing/2014/main" id="{2FB2E216-0387-4DF4-A432-E877C96A7BA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625457" y="4024986"/>
              <a:ext cx="1620000" cy="1620000"/>
            </a:xfrm>
            <a:prstGeom prst="rect">
              <a:avLst/>
            </a:prstGeom>
          </p:spPr>
        </p:pic>
        <p:pic>
          <p:nvPicPr>
            <p:cNvPr id="15" name="Graphic 14" descr="Single gear">
              <a:extLst>
                <a:ext uri="{FF2B5EF4-FFF2-40B4-BE49-F238E27FC236}">
                  <a16:creationId xmlns:a16="http://schemas.microsoft.com/office/drawing/2014/main" id="{53685AA4-853C-46A8-8ADB-FA80FE59BFB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3226710" y="1355170"/>
              <a:ext cx="1728000" cy="1728000"/>
            </a:xfrm>
            <a:prstGeom prst="rect">
              <a:avLst/>
            </a:prstGeom>
          </p:spPr>
        </p:pic>
      </p:grpSp>
      <p:pic>
        <p:nvPicPr>
          <p:cNvPr id="6" name="Picture 5"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rtlCol="0"/>
          <a:lstStyle/>
          <a:p>
            <a:pPr rtl="0"/>
            <a:r>
              <a:rPr lang="en-US" noProof="0"/>
              <a:t>Click to edit Master title style</a:t>
            </a:r>
            <a:endParaRPr lang="en-GB" noProof="0"/>
          </a:p>
        </p:txBody>
      </p:sp>
      <p:sp>
        <p:nvSpPr>
          <p:cNvPr id="3" name="Date Placeholder 2"/>
          <p:cNvSpPr>
            <a:spLocks noGrp="1"/>
          </p:cNvSpPr>
          <p:nvPr>
            <p:ph type="dt" sz="half" idx="10"/>
          </p:nvPr>
        </p:nvSpPr>
        <p:spPr/>
        <p:txBody>
          <a:bodyPr rtlCol="0"/>
          <a:lstStyle/>
          <a:p>
            <a:pPr rtl="0"/>
            <a:fld id="{D5A53132-DE82-4EB8-A926-7D2B71AA5AC1}" type="datetime1">
              <a:rPr lang="en-GB" noProof="0" smtClean="0"/>
              <a:t>31/05/2025</a:t>
            </a:fld>
            <a:endParaRPr lang="en-GB" noProof="0"/>
          </a:p>
        </p:txBody>
      </p:sp>
      <p:sp>
        <p:nvSpPr>
          <p:cNvPr id="4" name="Footer Placeholder 3"/>
          <p:cNvSpPr>
            <a:spLocks noGrp="1"/>
          </p:cNvSpPr>
          <p:nvPr>
            <p:ph type="ftr" sz="quarter" idx="11"/>
          </p:nvPr>
        </p:nvSpPr>
        <p:spPr/>
        <p:txBody>
          <a:bodyPr rtlCol="0"/>
          <a:lstStyle/>
          <a:p>
            <a:pPr rtl="0"/>
            <a:r>
              <a:rPr lang="en-GB" noProof="0"/>
              <a:t>Add a footer</a:t>
            </a:r>
          </a:p>
        </p:txBody>
      </p:sp>
      <p:sp>
        <p:nvSpPr>
          <p:cNvPr id="5" name="Slide Number Placeholder 4"/>
          <p:cNvSpPr>
            <a:spLocks noGrp="1"/>
          </p:cNvSpPr>
          <p:nvPr>
            <p:ph type="sldNum" sz="quarter" idx="12"/>
          </p:nvPr>
        </p:nvSpPr>
        <p:spPr/>
        <p:txBody>
          <a:bodyPr rtlCol="0"/>
          <a:lstStyle/>
          <a:p>
            <a:pPr rtl="0"/>
            <a:fld id="{9E3FA76C-C565-46B6-8652-D75785E2521F}" type="slidenum">
              <a:rPr lang="en-GB" noProof="0" smtClean="0"/>
              <a:t>‹#›</a:t>
            </a:fld>
            <a:endParaRPr lang="en-GB" noProof="0"/>
          </a:p>
        </p:txBody>
      </p:sp>
    </p:spTree>
    <p:extLst>
      <p:ext uri="{BB962C8B-B14F-4D97-AF65-F5344CB8AC3E}">
        <p14:creationId xmlns:p14="http://schemas.microsoft.com/office/powerpoint/2010/main" val="4199344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1CA97C9F-27FA-4BCE-84C2-EA9C0347E974}"/>
              </a:ext>
            </a:extLst>
          </p:cNvPr>
          <p:cNvGrpSpPr/>
          <p:nvPr userDrawn="1"/>
        </p:nvGrpSpPr>
        <p:grpSpPr>
          <a:xfrm rot="5400000">
            <a:off x="227324" y="1282732"/>
            <a:ext cx="5378800" cy="5588856"/>
            <a:chOff x="-424090" y="303112"/>
            <a:chExt cx="5378800" cy="5588856"/>
          </a:xfrm>
          <a:solidFill>
            <a:srgbClr val="F6BF73">
              <a:alpha val="30196"/>
            </a:srgbClr>
          </a:solidFill>
        </p:grpSpPr>
        <p:pic>
          <p:nvPicPr>
            <p:cNvPr id="11" name="Graphic 10" descr="Single gear">
              <a:extLst>
                <a:ext uri="{FF2B5EF4-FFF2-40B4-BE49-F238E27FC236}">
                  <a16:creationId xmlns:a16="http://schemas.microsoft.com/office/drawing/2014/main" id="{6EEB6AF8-1385-4805-8E97-CDE431030B09}"/>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195" t="12276" r="8371" b="1368"/>
            <a:stretch/>
          </p:blipFill>
          <p:spPr>
            <a:xfrm rot="5400000">
              <a:off x="1442081" y="2451153"/>
              <a:ext cx="3275424" cy="3606205"/>
            </a:xfrm>
            <a:prstGeom prst="rect">
              <a:avLst/>
            </a:prstGeom>
          </p:spPr>
        </p:pic>
        <p:pic>
          <p:nvPicPr>
            <p:cNvPr id="12" name="Graphic 11" descr="Single gear">
              <a:extLst>
                <a:ext uri="{FF2B5EF4-FFF2-40B4-BE49-F238E27FC236}">
                  <a16:creationId xmlns:a16="http://schemas.microsoft.com/office/drawing/2014/main" id="{1F08FE59-AC1A-4BF7-B9D5-7672C8C7D39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1092764" y="303112"/>
              <a:ext cx="2880000" cy="2880000"/>
            </a:xfrm>
            <a:prstGeom prst="rect">
              <a:avLst/>
            </a:prstGeom>
          </p:spPr>
        </p:pic>
        <p:pic>
          <p:nvPicPr>
            <p:cNvPr id="13" name="Graphic 12" descr="Single gear">
              <a:extLst>
                <a:ext uri="{FF2B5EF4-FFF2-40B4-BE49-F238E27FC236}">
                  <a16:creationId xmlns:a16="http://schemas.microsoft.com/office/drawing/2014/main" id="{F44470E0-8B01-46E6-90F1-4B52CB3EFFE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424090" y="1817280"/>
              <a:ext cx="2880000" cy="2880000"/>
            </a:xfrm>
            <a:prstGeom prst="rect">
              <a:avLst/>
            </a:prstGeom>
          </p:spPr>
        </p:pic>
        <p:pic>
          <p:nvPicPr>
            <p:cNvPr id="14" name="Graphic 13" descr="Single gear">
              <a:extLst>
                <a:ext uri="{FF2B5EF4-FFF2-40B4-BE49-F238E27FC236}">
                  <a16:creationId xmlns:a16="http://schemas.microsoft.com/office/drawing/2014/main" id="{2FB2E216-0387-4DF4-A432-E877C96A7BA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625457" y="4024986"/>
              <a:ext cx="1620000" cy="1620000"/>
            </a:xfrm>
            <a:prstGeom prst="rect">
              <a:avLst/>
            </a:prstGeom>
          </p:spPr>
        </p:pic>
        <p:pic>
          <p:nvPicPr>
            <p:cNvPr id="15" name="Graphic 14" descr="Single gear">
              <a:extLst>
                <a:ext uri="{FF2B5EF4-FFF2-40B4-BE49-F238E27FC236}">
                  <a16:creationId xmlns:a16="http://schemas.microsoft.com/office/drawing/2014/main" id="{53685AA4-853C-46A8-8ADB-FA80FE59BFB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3226710" y="1355170"/>
              <a:ext cx="1728000" cy="1728000"/>
            </a:xfrm>
            <a:prstGeom prst="rect">
              <a:avLst/>
            </a:prstGeom>
          </p:spPr>
        </p:pic>
      </p:grpSp>
      <p:pic>
        <p:nvPicPr>
          <p:cNvPr id="6" name="Picture 5"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rtlCol="0"/>
          <a:lstStyle/>
          <a:p>
            <a:pPr rtl="0"/>
            <a:r>
              <a:rPr lang="en-US" noProof="0"/>
              <a:t>Click to edit Master title style</a:t>
            </a:r>
            <a:endParaRPr lang="en-GB" noProof="0"/>
          </a:p>
        </p:txBody>
      </p:sp>
      <p:sp>
        <p:nvSpPr>
          <p:cNvPr id="3" name="Date Placeholder 2"/>
          <p:cNvSpPr>
            <a:spLocks noGrp="1"/>
          </p:cNvSpPr>
          <p:nvPr>
            <p:ph type="dt" sz="half" idx="10"/>
          </p:nvPr>
        </p:nvSpPr>
        <p:spPr/>
        <p:txBody>
          <a:bodyPr rtlCol="0"/>
          <a:lstStyle/>
          <a:p>
            <a:pPr rtl="0"/>
            <a:fld id="{3CDDAC85-553E-4130-8E16-F319627E8D08}" type="datetime1">
              <a:rPr lang="en-GB" noProof="0" smtClean="0"/>
              <a:t>31/05/2025</a:t>
            </a:fld>
            <a:endParaRPr lang="en-GB" noProof="0"/>
          </a:p>
        </p:txBody>
      </p:sp>
      <p:sp>
        <p:nvSpPr>
          <p:cNvPr id="4" name="Footer Placeholder 3"/>
          <p:cNvSpPr>
            <a:spLocks noGrp="1"/>
          </p:cNvSpPr>
          <p:nvPr>
            <p:ph type="ftr" sz="quarter" idx="11"/>
          </p:nvPr>
        </p:nvSpPr>
        <p:spPr/>
        <p:txBody>
          <a:bodyPr rtlCol="0"/>
          <a:lstStyle/>
          <a:p>
            <a:pPr rtl="0"/>
            <a:r>
              <a:rPr lang="en-GB" noProof="0"/>
              <a:t>Add a footer</a:t>
            </a:r>
          </a:p>
        </p:txBody>
      </p:sp>
      <p:sp>
        <p:nvSpPr>
          <p:cNvPr id="5" name="Slide Number Placeholder 4"/>
          <p:cNvSpPr>
            <a:spLocks noGrp="1"/>
          </p:cNvSpPr>
          <p:nvPr>
            <p:ph type="sldNum" sz="quarter" idx="12"/>
          </p:nvPr>
        </p:nvSpPr>
        <p:spPr/>
        <p:txBody>
          <a:bodyPr rtlCol="0"/>
          <a:lstStyle/>
          <a:p>
            <a:pPr rtl="0"/>
            <a:fld id="{9E3FA76C-C565-46B6-8652-D75785E2521F}" type="slidenum">
              <a:rPr lang="en-GB" noProof="0" smtClean="0"/>
              <a:t>‹#›</a:t>
            </a:fld>
            <a:endParaRPr lang="en-GB" noProof="0"/>
          </a:p>
        </p:txBody>
      </p:sp>
      <p:sp>
        <p:nvSpPr>
          <p:cNvPr id="17" name="Text Placeholder 16">
            <a:extLst>
              <a:ext uri="{FF2B5EF4-FFF2-40B4-BE49-F238E27FC236}">
                <a16:creationId xmlns:a16="http://schemas.microsoft.com/office/drawing/2014/main" id="{D683A405-3ADE-448E-893F-D3D2E11CCA4C}"/>
              </a:ext>
            </a:extLst>
          </p:cNvPr>
          <p:cNvSpPr>
            <a:spLocks noGrp="1"/>
          </p:cNvSpPr>
          <p:nvPr>
            <p:ph type="body" sz="quarter" idx="13"/>
          </p:nvPr>
        </p:nvSpPr>
        <p:spPr>
          <a:xfrm>
            <a:off x="1897819" y="2290763"/>
            <a:ext cx="8396362" cy="3100387"/>
          </a:xfrm>
        </p:spPr>
        <p:txBody>
          <a:bodyPr rtlCol="0" anchor="ctr">
            <a:normAutofit/>
          </a:bodyPr>
          <a:lstStyle>
            <a:lvl1pPr marL="0" indent="0" algn="ctr">
              <a:buNone/>
              <a:defRPr sz="6000"/>
            </a:lvl1pPr>
          </a:lstStyle>
          <a:p>
            <a:pPr lvl="0" rtl="0"/>
            <a:r>
              <a:rPr lang="en-US" noProof="0"/>
              <a:t>Click to edit Master text styles</a:t>
            </a:r>
          </a:p>
        </p:txBody>
      </p:sp>
    </p:spTree>
    <p:extLst>
      <p:ext uri="{BB962C8B-B14F-4D97-AF65-F5344CB8AC3E}">
        <p14:creationId xmlns:p14="http://schemas.microsoft.com/office/powerpoint/2010/main" val="4620272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C2D2AED-B2EF-46D8-BC7C-81AE25C80786}"/>
              </a:ext>
            </a:extLst>
          </p:cNvPr>
          <p:cNvGrpSpPr/>
          <p:nvPr userDrawn="1"/>
        </p:nvGrpSpPr>
        <p:grpSpPr bwMode="ltGray">
          <a:xfrm>
            <a:off x="7232499" y="-159283"/>
            <a:ext cx="4959501" cy="5224009"/>
            <a:chOff x="7232499" y="-159283"/>
            <a:chExt cx="4959501" cy="5224009"/>
          </a:xfrm>
          <a:solidFill>
            <a:srgbClr val="76280B">
              <a:alpha val="60000"/>
            </a:srgbClr>
          </a:solidFill>
        </p:grpSpPr>
        <p:pic>
          <p:nvPicPr>
            <p:cNvPr id="8" name="Graphic 7" descr="Single gear">
              <a:extLst>
                <a:ext uri="{FF2B5EF4-FFF2-40B4-BE49-F238E27FC236}">
                  <a16:creationId xmlns:a16="http://schemas.microsoft.com/office/drawing/2014/main" id="{2F9289FC-9317-4EC5-8064-00D341850192}"/>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8078" r="23442"/>
            <a:stretch/>
          </p:blipFill>
          <p:spPr bwMode="ltGray">
            <a:xfrm>
              <a:off x="8994950" y="0"/>
              <a:ext cx="3197050" cy="3421066"/>
            </a:xfrm>
            <a:prstGeom prst="rect">
              <a:avLst/>
            </a:prstGeom>
          </p:spPr>
        </p:pic>
        <p:pic>
          <p:nvPicPr>
            <p:cNvPr id="9" name="Graphic 8" descr="Single gear">
              <a:extLst>
                <a:ext uri="{FF2B5EF4-FFF2-40B4-BE49-F238E27FC236}">
                  <a16:creationId xmlns:a16="http://schemas.microsoft.com/office/drawing/2014/main" id="{09784D29-4AB9-4581-A176-2BC2AD58F82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7232499" y="667872"/>
              <a:ext cx="2880000" cy="2880000"/>
            </a:xfrm>
            <a:prstGeom prst="rect">
              <a:avLst/>
            </a:prstGeom>
          </p:spPr>
        </p:pic>
        <p:pic>
          <p:nvPicPr>
            <p:cNvPr id="10" name="Graphic 9" descr="Single gear">
              <a:extLst>
                <a:ext uri="{FF2B5EF4-FFF2-40B4-BE49-F238E27FC236}">
                  <a16:creationId xmlns:a16="http://schemas.microsoft.com/office/drawing/2014/main" id="{25EF2775-3EFB-4A64-8FAF-4D8B56AE073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746667" y="2184726"/>
              <a:ext cx="2880000" cy="2880000"/>
            </a:xfrm>
            <a:prstGeom prst="rect">
              <a:avLst/>
            </a:prstGeom>
          </p:spPr>
        </p:pic>
        <p:pic>
          <p:nvPicPr>
            <p:cNvPr id="11" name="Graphic 10" descr="Single gear">
              <a:extLst>
                <a:ext uri="{FF2B5EF4-FFF2-40B4-BE49-F238E27FC236}">
                  <a16:creationId xmlns:a16="http://schemas.microsoft.com/office/drawing/2014/main" id="{A34C11DA-4074-454D-800C-0FC5FBF1CD1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501643" y="-159283"/>
              <a:ext cx="1620000" cy="1620000"/>
            </a:xfrm>
            <a:prstGeom prst="rect">
              <a:avLst/>
            </a:prstGeom>
          </p:spPr>
        </p:pic>
      </p:grpSp>
      <p:pic>
        <p:nvPicPr>
          <p:cNvPr id="5" name="Picture 4" descr="HD-ShadowShort.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rtlCol="0"/>
          <a:lstStyle/>
          <a:p>
            <a:pPr rtl="0"/>
            <a:fld id="{896BCB46-ADDB-43AD-BAE2-F077A75FC5EA}" type="datetime1">
              <a:rPr lang="en-GB" noProof="0" smtClean="0"/>
              <a:t>31/05/2025</a:t>
            </a:fld>
            <a:endParaRPr lang="en-GB" noProof="0"/>
          </a:p>
        </p:txBody>
      </p:sp>
      <p:sp>
        <p:nvSpPr>
          <p:cNvPr id="3" name="Footer Placeholder 2"/>
          <p:cNvSpPr>
            <a:spLocks noGrp="1"/>
          </p:cNvSpPr>
          <p:nvPr>
            <p:ph type="ftr" sz="quarter" idx="11"/>
          </p:nvPr>
        </p:nvSpPr>
        <p:spPr/>
        <p:txBody>
          <a:bodyPr rtlCol="0"/>
          <a:lstStyle/>
          <a:p>
            <a:pPr rtl="0"/>
            <a:r>
              <a:rPr lang="en-GB" noProof="0"/>
              <a:t>Add a footer</a:t>
            </a:r>
          </a:p>
        </p:txBody>
      </p:sp>
      <p:sp>
        <p:nvSpPr>
          <p:cNvPr id="4" name="Slide Number Placeholder 3"/>
          <p:cNvSpPr>
            <a:spLocks noGrp="1"/>
          </p:cNvSpPr>
          <p:nvPr>
            <p:ph type="sldNum" sz="quarter" idx="12"/>
          </p:nvPr>
        </p:nvSpPr>
        <p:spPr/>
        <p:txBody>
          <a:bodyPr rtlCol="0"/>
          <a:lstStyle/>
          <a:p>
            <a:pPr rtl="0"/>
            <a:fld id="{9E3FA76C-C565-46B6-8652-D75785E2521F}" type="slidenum">
              <a:rPr lang="en-GB" noProof="0" smtClean="0"/>
              <a:t>‹#›</a:t>
            </a:fld>
            <a:endParaRPr lang="en-GB" noProof="0"/>
          </a:p>
        </p:txBody>
      </p:sp>
    </p:spTree>
    <p:extLst>
      <p:ext uri="{BB962C8B-B14F-4D97-AF65-F5344CB8AC3E}">
        <p14:creationId xmlns:p14="http://schemas.microsoft.com/office/powerpoint/2010/main" val="1735406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9F6BBB30-80DB-4A1B-9DD3-A090C4EF2F33}"/>
              </a:ext>
            </a:extLst>
          </p:cNvPr>
          <p:cNvGrpSpPr/>
          <p:nvPr userDrawn="1"/>
        </p:nvGrpSpPr>
        <p:grpSpPr bwMode="ltGray">
          <a:xfrm rot="5400000">
            <a:off x="7251814" y="1766245"/>
            <a:ext cx="4959501" cy="5224009"/>
            <a:chOff x="7232499" y="-159283"/>
            <a:chExt cx="4959501" cy="5224009"/>
          </a:xfrm>
          <a:solidFill>
            <a:srgbClr val="76280B">
              <a:alpha val="60000"/>
            </a:srgbClr>
          </a:solidFill>
        </p:grpSpPr>
        <p:pic>
          <p:nvPicPr>
            <p:cNvPr id="18" name="Graphic 17" descr="Single gear">
              <a:extLst>
                <a:ext uri="{FF2B5EF4-FFF2-40B4-BE49-F238E27FC236}">
                  <a16:creationId xmlns:a16="http://schemas.microsoft.com/office/drawing/2014/main" id="{4FC3313D-A401-4847-ABED-CDF1803D067C}"/>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8078" r="23442"/>
            <a:stretch/>
          </p:blipFill>
          <p:spPr bwMode="ltGray">
            <a:xfrm>
              <a:off x="8994950" y="0"/>
              <a:ext cx="3197050" cy="3421066"/>
            </a:xfrm>
            <a:prstGeom prst="rect">
              <a:avLst/>
            </a:prstGeom>
          </p:spPr>
        </p:pic>
        <p:pic>
          <p:nvPicPr>
            <p:cNvPr id="19" name="Graphic 18" descr="Single gear">
              <a:extLst>
                <a:ext uri="{FF2B5EF4-FFF2-40B4-BE49-F238E27FC236}">
                  <a16:creationId xmlns:a16="http://schemas.microsoft.com/office/drawing/2014/main" id="{62BA598A-71EC-4BD4-8924-8F16E990AF5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7232499" y="667872"/>
              <a:ext cx="2880000" cy="2880000"/>
            </a:xfrm>
            <a:prstGeom prst="rect">
              <a:avLst/>
            </a:prstGeom>
          </p:spPr>
        </p:pic>
        <p:pic>
          <p:nvPicPr>
            <p:cNvPr id="20" name="Graphic 19" descr="Single gear">
              <a:extLst>
                <a:ext uri="{FF2B5EF4-FFF2-40B4-BE49-F238E27FC236}">
                  <a16:creationId xmlns:a16="http://schemas.microsoft.com/office/drawing/2014/main" id="{2086399E-589B-48EE-B396-961A783106E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746667" y="2184726"/>
              <a:ext cx="2880000" cy="2880000"/>
            </a:xfrm>
            <a:prstGeom prst="rect">
              <a:avLst/>
            </a:prstGeom>
          </p:spPr>
        </p:pic>
        <p:pic>
          <p:nvPicPr>
            <p:cNvPr id="21" name="Graphic 20" descr="Single gear">
              <a:extLst>
                <a:ext uri="{FF2B5EF4-FFF2-40B4-BE49-F238E27FC236}">
                  <a16:creationId xmlns:a16="http://schemas.microsoft.com/office/drawing/2014/main" id="{F2A039E4-F69C-4905-B047-6891B77F8CA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501643" y="-159283"/>
              <a:ext cx="1620000" cy="1620000"/>
            </a:xfrm>
            <a:prstGeom prst="rect">
              <a:avLst/>
            </a:prstGeom>
          </p:spPr>
        </p:pic>
      </p:grpSp>
      <p:pic>
        <p:nvPicPr>
          <p:cNvPr id="8" name="Picture 7"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2601" y="1970240"/>
            <a:ext cx="10437812" cy="321164"/>
          </a:xfrm>
          <a:prstGeom prst="rect">
            <a:avLst/>
          </a:prstGeom>
        </p:spPr>
      </p:pic>
      <p:sp>
        <p:nvSpPr>
          <p:cNvPr id="10" name="Rectangle 9"/>
          <p:cNvSpPr/>
          <p:nvPr/>
        </p:nvSpPr>
        <p:spPr bwMode="ltGray">
          <a:xfrm>
            <a:off x="175260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3554" y="609600"/>
            <a:ext cx="1602997" cy="1368198"/>
          </a:xfrm>
          <a:prstGeom prst="rect">
            <a:avLst/>
          </a:prstGeom>
          <a:solidFill>
            <a:srgbClr val="942D0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432921" y="753227"/>
            <a:ext cx="9613859" cy="1080940"/>
          </a:xfrm>
        </p:spPr>
        <p:txBody>
          <a:bodyPr rtlCol="0" anchor="ctr">
            <a:normAutofit/>
          </a:bodyPr>
          <a:lstStyle>
            <a:lvl1pPr>
              <a:defRPr sz="3600"/>
            </a:lvl1pPr>
          </a:lstStyle>
          <a:p>
            <a:pPr rtl="0"/>
            <a:r>
              <a:rPr lang="en-US" noProof="0"/>
              <a:t>Click to edit Master title style</a:t>
            </a:r>
            <a:endParaRPr lang="en-GB" noProof="0"/>
          </a:p>
        </p:txBody>
      </p:sp>
      <p:sp>
        <p:nvSpPr>
          <p:cNvPr id="3" name="Content Placeholder 2"/>
          <p:cNvSpPr>
            <a:spLocks noGrp="1"/>
          </p:cNvSpPr>
          <p:nvPr>
            <p:ph idx="1"/>
          </p:nvPr>
        </p:nvSpPr>
        <p:spPr>
          <a:xfrm>
            <a:off x="6438446" y="2336873"/>
            <a:ext cx="5608336" cy="3599313"/>
          </a:xfr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Text Placeholder 3"/>
          <p:cNvSpPr>
            <a:spLocks noGrp="1"/>
          </p:cNvSpPr>
          <p:nvPr>
            <p:ph type="body" sz="half" idx="2"/>
          </p:nvPr>
        </p:nvSpPr>
        <p:spPr>
          <a:xfrm>
            <a:off x="2432922" y="2336872"/>
            <a:ext cx="3790078" cy="3599317"/>
          </a:xfrm>
        </p:spPr>
        <p:txBody>
          <a:bodyPr rtlCol="0"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US" noProof="0"/>
              <a:t>Click to edit Master text styles</a:t>
            </a:r>
          </a:p>
        </p:txBody>
      </p:sp>
      <p:sp>
        <p:nvSpPr>
          <p:cNvPr id="5" name="Date Placeholder 4"/>
          <p:cNvSpPr>
            <a:spLocks noGrp="1"/>
          </p:cNvSpPr>
          <p:nvPr>
            <p:ph type="dt" sz="half" idx="10"/>
          </p:nvPr>
        </p:nvSpPr>
        <p:spPr>
          <a:xfrm>
            <a:off x="9303581" y="5936187"/>
            <a:ext cx="2743200" cy="365125"/>
          </a:xfrm>
        </p:spPr>
        <p:txBody>
          <a:bodyPr rtlCol="0"/>
          <a:lstStyle/>
          <a:p>
            <a:pPr rtl="0"/>
            <a:fld id="{9EE92D2B-E3CA-4AE5-BEF8-3B4B2F9E829E}" type="datetime1">
              <a:rPr lang="en-GB" noProof="0" smtClean="0"/>
              <a:t>31/05/2025</a:t>
            </a:fld>
            <a:endParaRPr lang="en-GB" noProof="0"/>
          </a:p>
        </p:txBody>
      </p:sp>
      <p:sp>
        <p:nvSpPr>
          <p:cNvPr id="6" name="Footer Placeholder 5"/>
          <p:cNvSpPr>
            <a:spLocks noGrp="1"/>
          </p:cNvSpPr>
          <p:nvPr>
            <p:ph type="ftr" sz="quarter" idx="11"/>
          </p:nvPr>
        </p:nvSpPr>
        <p:spPr>
          <a:xfrm>
            <a:off x="2432921" y="5936188"/>
            <a:ext cx="6870660" cy="365125"/>
          </a:xfrm>
        </p:spPr>
        <p:txBody>
          <a:bodyPr rtlCol="0"/>
          <a:lstStyle/>
          <a:p>
            <a:pPr rtl="0"/>
            <a:r>
              <a:rPr lang="en-GB" noProof="0"/>
              <a:t>Add a footer</a:t>
            </a:r>
          </a:p>
        </p:txBody>
      </p:sp>
      <p:sp>
        <p:nvSpPr>
          <p:cNvPr id="7" name="Slide Number Placeholder 6"/>
          <p:cNvSpPr>
            <a:spLocks noGrp="1"/>
          </p:cNvSpPr>
          <p:nvPr>
            <p:ph type="sldNum" sz="quarter" idx="12"/>
          </p:nvPr>
        </p:nvSpPr>
        <p:spPr>
          <a:xfrm>
            <a:off x="140074" y="753227"/>
            <a:ext cx="1154151" cy="1090789"/>
          </a:xfrm>
        </p:spPr>
        <p:txBody>
          <a:bodyPr rtlCol="0"/>
          <a:lstStyle/>
          <a:p>
            <a:pPr rtl="0"/>
            <a:fld id="{9E3FA76C-C565-46B6-8652-D75785E2521F}" type="slidenum">
              <a:rPr lang="en-GB" noProof="0" smtClean="0"/>
              <a:t>‹#›</a:t>
            </a:fld>
            <a:endParaRPr lang="en-GB" noProof="0"/>
          </a:p>
        </p:txBody>
      </p:sp>
    </p:spTree>
    <p:extLst>
      <p:ext uri="{BB962C8B-B14F-4D97-AF65-F5344CB8AC3E}">
        <p14:creationId xmlns:p14="http://schemas.microsoft.com/office/powerpoint/2010/main" val="32207027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9F6BBB30-80DB-4A1B-9DD3-A090C4EF2F33}"/>
              </a:ext>
            </a:extLst>
          </p:cNvPr>
          <p:cNvGrpSpPr/>
          <p:nvPr userDrawn="1"/>
        </p:nvGrpSpPr>
        <p:grpSpPr bwMode="ltGray">
          <a:xfrm rot="5400000">
            <a:off x="7251814" y="1766245"/>
            <a:ext cx="4959501" cy="5224009"/>
            <a:chOff x="7232499" y="-159283"/>
            <a:chExt cx="4959501" cy="5224009"/>
          </a:xfrm>
          <a:solidFill>
            <a:srgbClr val="76280B">
              <a:alpha val="60000"/>
            </a:srgbClr>
          </a:solidFill>
        </p:grpSpPr>
        <p:pic>
          <p:nvPicPr>
            <p:cNvPr id="18" name="Graphic 17" descr="Single gear">
              <a:extLst>
                <a:ext uri="{FF2B5EF4-FFF2-40B4-BE49-F238E27FC236}">
                  <a16:creationId xmlns:a16="http://schemas.microsoft.com/office/drawing/2014/main" id="{4FC3313D-A401-4847-ABED-CDF1803D067C}"/>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8078" r="23442"/>
            <a:stretch/>
          </p:blipFill>
          <p:spPr bwMode="ltGray">
            <a:xfrm>
              <a:off x="8994950" y="0"/>
              <a:ext cx="3197050" cy="3421066"/>
            </a:xfrm>
            <a:prstGeom prst="rect">
              <a:avLst/>
            </a:prstGeom>
          </p:spPr>
        </p:pic>
        <p:pic>
          <p:nvPicPr>
            <p:cNvPr id="19" name="Graphic 18" descr="Single gear">
              <a:extLst>
                <a:ext uri="{FF2B5EF4-FFF2-40B4-BE49-F238E27FC236}">
                  <a16:creationId xmlns:a16="http://schemas.microsoft.com/office/drawing/2014/main" id="{62BA598A-71EC-4BD4-8924-8F16E990AF5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7232499" y="667872"/>
              <a:ext cx="2880000" cy="2880000"/>
            </a:xfrm>
            <a:prstGeom prst="rect">
              <a:avLst/>
            </a:prstGeom>
          </p:spPr>
        </p:pic>
        <p:pic>
          <p:nvPicPr>
            <p:cNvPr id="20" name="Graphic 19" descr="Single gear">
              <a:extLst>
                <a:ext uri="{FF2B5EF4-FFF2-40B4-BE49-F238E27FC236}">
                  <a16:creationId xmlns:a16="http://schemas.microsoft.com/office/drawing/2014/main" id="{2086399E-589B-48EE-B396-961A783106E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746667" y="2184726"/>
              <a:ext cx="2880000" cy="2880000"/>
            </a:xfrm>
            <a:prstGeom prst="rect">
              <a:avLst/>
            </a:prstGeom>
          </p:spPr>
        </p:pic>
        <p:pic>
          <p:nvPicPr>
            <p:cNvPr id="21" name="Graphic 20" descr="Single gear">
              <a:extLst>
                <a:ext uri="{FF2B5EF4-FFF2-40B4-BE49-F238E27FC236}">
                  <a16:creationId xmlns:a16="http://schemas.microsoft.com/office/drawing/2014/main" id="{F2A039E4-F69C-4905-B047-6891B77F8CA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501643" y="-159283"/>
              <a:ext cx="1620000" cy="1620000"/>
            </a:xfrm>
            <a:prstGeom prst="rect">
              <a:avLst/>
            </a:prstGeom>
          </p:spPr>
        </p:pic>
      </p:grpSp>
      <p:pic>
        <p:nvPicPr>
          <p:cNvPr id="8" name="Picture 7"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2601" y="1970240"/>
            <a:ext cx="10437812" cy="321164"/>
          </a:xfrm>
          <a:prstGeom prst="rect">
            <a:avLst/>
          </a:prstGeom>
        </p:spPr>
      </p:pic>
      <p:sp>
        <p:nvSpPr>
          <p:cNvPr id="10" name="Rectangle 9"/>
          <p:cNvSpPr/>
          <p:nvPr/>
        </p:nvSpPr>
        <p:spPr bwMode="ltGray">
          <a:xfrm>
            <a:off x="175260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3554" y="609600"/>
            <a:ext cx="1602997" cy="1368198"/>
          </a:xfrm>
          <a:prstGeom prst="rect">
            <a:avLst/>
          </a:prstGeom>
          <a:solidFill>
            <a:srgbClr val="942D0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432921" y="753227"/>
            <a:ext cx="9613859" cy="1080940"/>
          </a:xfrm>
        </p:spPr>
        <p:txBody>
          <a:bodyPr rtlCol="0" anchor="ctr">
            <a:normAutofit/>
          </a:bodyPr>
          <a:lstStyle>
            <a:lvl1pPr>
              <a:defRPr sz="3600"/>
            </a:lvl1pPr>
          </a:lstStyle>
          <a:p>
            <a:pPr rtl="0"/>
            <a:r>
              <a:rPr lang="en-US" noProof="0"/>
              <a:t>Click to edit Master title style</a:t>
            </a:r>
            <a:endParaRPr lang="en-GB" noProof="0"/>
          </a:p>
        </p:txBody>
      </p:sp>
      <p:sp>
        <p:nvSpPr>
          <p:cNvPr id="4" name="Text Placeholder 3"/>
          <p:cNvSpPr>
            <a:spLocks noGrp="1"/>
          </p:cNvSpPr>
          <p:nvPr>
            <p:ph type="body" sz="half" idx="2"/>
          </p:nvPr>
        </p:nvSpPr>
        <p:spPr>
          <a:xfrm>
            <a:off x="2432922" y="2336872"/>
            <a:ext cx="2620817" cy="3599317"/>
          </a:xfrm>
        </p:spPr>
        <p:txBody>
          <a:bodyPr rtlCol="0"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US" noProof="0"/>
              <a:t>Click to edit Master text styles</a:t>
            </a:r>
          </a:p>
        </p:txBody>
      </p:sp>
      <p:sp>
        <p:nvSpPr>
          <p:cNvPr id="5" name="Date Placeholder 4"/>
          <p:cNvSpPr>
            <a:spLocks noGrp="1"/>
          </p:cNvSpPr>
          <p:nvPr>
            <p:ph type="dt" sz="half" idx="10"/>
          </p:nvPr>
        </p:nvSpPr>
        <p:spPr>
          <a:xfrm>
            <a:off x="9303581" y="5936187"/>
            <a:ext cx="2743200" cy="365125"/>
          </a:xfrm>
        </p:spPr>
        <p:txBody>
          <a:bodyPr rtlCol="0"/>
          <a:lstStyle/>
          <a:p>
            <a:pPr rtl="0"/>
            <a:fld id="{3E8E5D59-C34A-4759-8BBE-52E19604F8BB}" type="datetime1">
              <a:rPr lang="en-GB" noProof="0" smtClean="0"/>
              <a:t>31/05/2025</a:t>
            </a:fld>
            <a:endParaRPr lang="en-GB" noProof="0"/>
          </a:p>
        </p:txBody>
      </p:sp>
      <p:sp>
        <p:nvSpPr>
          <p:cNvPr id="6" name="Footer Placeholder 5"/>
          <p:cNvSpPr>
            <a:spLocks noGrp="1"/>
          </p:cNvSpPr>
          <p:nvPr>
            <p:ph type="ftr" sz="quarter" idx="11"/>
          </p:nvPr>
        </p:nvSpPr>
        <p:spPr>
          <a:xfrm>
            <a:off x="2432921" y="5936188"/>
            <a:ext cx="6870660" cy="365125"/>
          </a:xfrm>
        </p:spPr>
        <p:txBody>
          <a:bodyPr rtlCol="0"/>
          <a:lstStyle/>
          <a:p>
            <a:pPr rtl="0"/>
            <a:r>
              <a:rPr lang="en-GB" noProof="0"/>
              <a:t>Add a footer</a:t>
            </a:r>
          </a:p>
        </p:txBody>
      </p:sp>
      <p:sp>
        <p:nvSpPr>
          <p:cNvPr id="7" name="Slide Number Placeholder 6"/>
          <p:cNvSpPr>
            <a:spLocks noGrp="1"/>
          </p:cNvSpPr>
          <p:nvPr>
            <p:ph type="sldNum" sz="quarter" idx="12"/>
          </p:nvPr>
        </p:nvSpPr>
        <p:spPr>
          <a:xfrm>
            <a:off x="140074" y="753227"/>
            <a:ext cx="1154151" cy="1090789"/>
          </a:xfrm>
        </p:spPr>
        <p:txBody>
          <a:bodyPr rtlCol="0"/>
          <a:lstStyle/>
          <a:p>
            <a:pPr rtl="0"/>
            <a:fld id="{9E3FA76C-C565-46B6-8652-D75785E2521F}" type="slidenum">
              <a:rPr lang="en-GB" noProof="0" smtClean="0"/>
              <a:t>‹#›</a:t>
            </a:fld>
            <a:endParaRPr lang="en-GB" noProof="0"/>
          </a:p>
        </p:txBody>
      </p:sp>
      <p:sp>
        <p:nvSpPr>
          <p:cNvPr id="16" name="Picture Placeholder 2">
            <a:extLst>
              <a:ext uri="{FF2B5EF4-FFF2-40B4-BE49-F238E27FC236}">
                <a16:creationId xmlns:a16="http://schemas.microsoft.com/office/drawing/2014/main" id="{5E59F855-D2A7-4662-804E-17B59CD1A41D}"/>
              </a:ext>
            </a:extLst>
          </p:cNvPr>
          <p:cNvSpPr>
            <a:spLocks noGrp="1"/>
          </p:cNvSpPr>
          <p:nvPr>
            <p:ph type="pic" idx="1"/>
          </p:nvPr>
        </p:nvSpPr>
        <p:spPr>
          <a:xfrm>
            <a:off x="5213022" y="2327474"/>
            <a:ext cx="6833757" cy="3608712"/>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US" noProof="0"/>
              <a:t>Click icon to add picture</a:t>
            </a:r>
            <a:endParaRPr lang="en-GB" noProof="0"/>
          </a:p>
        </p:txBody>
      </p:sp>
    </p:spTree>
    <p:extLst>
      <p:ext uri="{BB962C8B-B14F-4D97-AF65-F5344CB8AC3E}">
        <p14:creationId xmlns:p14="http://schemas.microsoft.com/office/powerpoint/2010/main" val="22757395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1090482"/>
          </a:xfrm>
        </p:spPr>
        <p:txBody>
          <a:bodyPr rtlCol="0" anchor="ctr" anchorCtr="0">
            <a:normAutofit/>
          </a:bodyPr>
          <a:lstStyle>
            <a:lvl1pPr>
              <a:defRPr sz="2400"/>
            </a:lvl1pPr>
          </a:lstStyle>
          <a:p>
            <a:pPr rtl="0"/>
            <a:r>
              <a:rPr lang="en-US" noProof="0"/>
              <a:t>Click to edit Master title style</a:t>
            </a:r>
            <a:endParaRPr lang="en-GB" noProof="0"/>
          </a:p>
        </p:txBody>
      </p:sp>
      <p:sp>
        <p:nvSpPr>
          <p:cNvPr id="5" name="Date Placeholder 4"/>
          <p:cNvSpPr>
            <a:spLocks noGrp="1"/>
          </p:cNvSpPr>
          <p:nvPr>
            <p:ph type="dt" sz="half" idx="10"/>
          </p:nvPr>
        </p:nvSpPr>
        <p:spPr/>
        <p:txBody>
          <a:bodyPr rtlCol="0"/>
          <a:lstStyle/>
          <a:p>
            <a:pPr rtl="0"/>
            <a:fld id="{F00FE429-D8BA-4359-A2AC-6D655E6D7F24}" type="datetime1">
              <a:rPr lang="en-GB" noProof="0" smtClean="0"/>
              <a:t>31/05/2025</a:t>
            </a:fld>
            <a:endParaRPr lang="en-GB" noProof="0"/>
          </a:p>
        </p:txBody>
      </p:sp>
      <p:sp>
        <p:nvSpPr>
          <p:cNvPr id="6" name="Footer Placeholder 5"/>
          <p:cNvSpPr>
            <a:spLocks noGrp="1"/>
          </p:cNvSpPr>
          <p:nvPr>
            <p:ph type="ftr" sz="quarter" idx="11"/>
          </p:nvPr>
        </p:nvSpPr>
        <p:spPr/>
        <p:txBody>
          <a:bodyPr rtlCol="0"/>
          <a:lstStyle/>
          <a:p>
            <a:pPr rtl="0"/>
            <a:r>
              <a:rPr lang="en-GB" noProof="0"/>
              <a:t>Add a footer</a:t>
            </a:r>
          </a:p>
        </p:txBody>
      </p:sp>
      <p:sp>
        <p:nvSpPr>
          <p:cNvPr id="7" name="Slide Number Placeholder 6"/>
          <p:cNvSpPr>
            <a:spLocks noGrp="1"/>
          </p:cNvSpPr>
          <p:nvPr>
            <p:ph type="sldNum" sz="quarter" idx="12"/>
          </p:nvPr>
        </p:nvSpPr>
        <p:spPr>
          <a:xfrm>
            <a:off x="10729455" y="4711309"/>
            <a:ext cx="1154151" cy="1090789"/>
          </a:xfrm>
        </p:spPr>
        <p:txBody>
          <a:bodyPr rtlCol="0"/>
          <a:lstStyle/>
          <a:p>
            <a:pPr rtl="0"/>
            <a:fld id="{9E3FA76C-C565-46B6-8652-D75785E2521F}" type="slidenum">
              <a:rPr lang="en-GB" noProof="0" smtClean="0"/>
              <a:t>‹#›</a:t>
            </a:fld>
            <a:endParaRPr lang="en-GB" noProof="0"/>
          </a:p>
        </p:txBody>
      </p:sp>
      <p:sp>
        <p:nvSpPr>
          <p:cNvPr id="13" name="SmartArt Placeholder 12">
            <a:extLst>
              <a:ext uri="{FF2B5EF4-FFF2-40B4-BE49-F238E27FC236}">
                <a16:creationId xmlns:a16="http://schemas.microsoft.com/office/drawing/2014/main" id="{DBD7FBFD-679C-4A5B-A176-220004B60453}"/>
              </a:ext>
            </a:extLst>
          </p:cNvPr>
          <p:cNvSpPr>
            <a:spLocks noGrp="1"/>
          </p:cNvSpPr>
          <p:nvPr>
            <p:ph type="dgm" sz="quarter" idx="13"/>
          </p:nvPr>
        </p:nvSpPr>
        <p:spPr>
          <a:xfrm>
            <a:off x="680321" y="386862"/>
            <a:ext cx="9614617" cy="3867638"/>
          </a:xfrm>
        </p:spPr>
        <p:txBody>
          <a:bodyPr rtlCol="0"/>
          <a:lstStyle/>
          <a:p>
            <a:pPr rtl="0"/>
            <a:r>
              <a:rPr lang="en-US" noProof="0"/>
              <a:t>Click icon to add SmartArt graphic</a:t>
            </a:r>
            <a:endParaRPr lang="en-GB" noProof="0"/>
          </a:p>
        </p:txBody>
      </p:sp>
    </p:spTree>
    <p:extLst>
      <p:ext uri="{BB962C8B-B14F-4D97-AF65-F5344CB8AC3E}">
        <p14:creationId xmlns:p14="http://schemas.microsoft.com/office/powerpoint/2010/main" val="35259966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22B243BA-55F2-42F1-B294-0EB708FCD888}"/>
              </a:ext>
            </a:extLst>
          </p:cNvPr>
          <p:cNvGrpSpPr/>
          <p:nvPr userDrawn="1"/>
        </p:nvGrpSpPr>
        <p:grpSpPr>
          <a:xfrm rot="10800000">
            <a:off x="108452" y="75467"/>
            <a:ext cx="5378800" cy="5588856"/>
            <a:chOff x="-424090" y="303112"/>
            <a:chExt cx="5378800" cy="5588856"/>
          </a:xfrm>
          <a:solidFill>
            <a:srgbClr val="F6BF73">
              <a:alpha val="30196"/>
            </a:srgbClr>
          </a:solidFill>
        </p:grpSpPr>
        <p:pic>
          <p:nvPicPr>
            <p:cNvPr id="13" name="Graphic 12" descr="Single gear">
              <a:extLst>
                <a:ext uri="{FF2B5EF4-FFF2-40B4-BE49-F238E27FC236}">
                  <a16:creationId xmlns:a16="http://schemas.microsoft.com/office/drawing/2014/main" id="{46408269-63CF-4017-AC0D-C35B044D3076}"/>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195" t="12276" r="8371" b="1368"/>
            <a:stretch/>
          </p:blipFill>
          <p:spPr>
            <a:xfrm rot="5400000">
              <a:off x="1442081" y="2451153"/>
              <a:ext cx="3275424" cy="3606205"/>
            </a:xfrm>
            <a:prstGeom prst="rect">
              <a:avLst/>
            </a:prstGeom>
          </p:spPr>
        </p:pic>
        <p:pic>
          <p:nvPicPr>
            <p:cNvPr id="14" name="Graphic 13" descr="Single gear">
              <a:extLst>
                <a:ext uri="{FF2B5EF4-FFF2-40B4-BE49-F238E27FC236}">
                  <a16:creationId xmlns:a16="http://schemas.microsoft.com/office/drawing/2014/main" id="{7A3695B4-ADE3-45A9-8119-67D5F83A8C3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1092764" y="303112"/>
              <a:ext cx="2880000" cy="2880000"/>
            </a:xfrm>
            <a:prstGeom prst="rect">
              <a:avLst/>
            </a:prstGeom>
          </p:spPr>
        </p:pic>
        <p:pic>
          <p:nvPicPr>
            <p:cNvPr id="15" name="Graphic 14" descr="Single gear">
              <a:extLst>
                <a:ext uri="{FF2B5EF4-FFF2-40B4-BE49-F238E27FC236}">
                  <a16:creationId xmlns:a16="http://schemas.microsoft.com/office/drawing/2014/main" id="{6B8F0030-0551-4558-8533-64D2E4838DB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424090" y="1817280"/>
              <a:ext cx="2880000" cy="2880000"/>
            </a:xfrm>
            <a:prstGeom prst="rect">
              <a:avLst/>
            </a:prstGeom>
          </p:spPr>
        </p:pic>
        <p:pic>
          <p:nvPicPr>
            <p:cNvPr id="16" name="Graphic 15" descr="Single gear">
              <a:extLst>
                <a:ext uri="{FF2B5EF4-FFF2-40B4-BE49-F238E27FC236}">
                  <a16:creationId xmlns:a16="http://schemas.microsoft.com/office/drawing/2014/main" id="{59607E3E-29E0-44E4-899A-0955FA4D367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625457" y="4024986"/>
              <a:ext cx="1620000" cy="1620000"/>
            </a:xfrm>
            <a:prstGeom prst="rect">
              <a:avLst/>
            </a:prstGeom>
          </p:spPr>
        </p:pic>
        <p:pic>
          <p:nvPicPr>
            <p:cNvPr id="17" name="Graphic 16" descr="Single gear">
              <a:extLst>
                <a:ext uri="{FF2B5EF4-FFF2-40B4-BE49-F238E27FC236}">
                  <a16:creationId xmlns:a16="http://schemas.microsoft.com/office/drawing/2014/main" id="{AD4251FC-462A-4B83-9F84-2358E52E31E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3226710" y="1355170"/>
              <a:ext cx="1728000" cy="1728000"/>
            </a:xfrm>
            <a:prstGeom prst="rect">
              <a:avLst/>
            </a:prstGeom>
          </p:spPr>
        </p:pic>
      </p:grpSp>
      <p:pic>
        <p:nvPicPr>
          <p:cNvPr id="8" name="Picture 7"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rtlCol="0" anchor="ctr"/>
          <a:lstStyle>
            <a:lvl1pPr>
              <a:defRPr sz="3200"/>
            </a:lvl1pPr>
          </a:lstStyle>
          <a:p>
            <a:pPr rtl="0"/>
            <a:r>
              <a:rPr lang="en-US" noProof="0"/>
              <a:t>Click to edit Master title style</a:t>
            </a:r>
            <a:endParaRPr lang="en-GB" noProof="0"/>
          </a:p>
        </p:txBody>
      </p:sp>
      <p:sp>
        <p:nvSpPr>
          <p:cNvPr id="4" name="Text Placeholder 3"/>
          <p:cNvSpPr>
            <a:spLocks noGrp="1"/>
          </p:cNvSpPr>
          <p:nvPr>
            <p:ph type="body" sz="half" idx="2"/>
          </p:nvPr>
        </p:nvSpPr>
        <p:spPr>
          <a:xfrm>
            <a:off x="680322" y="4711615"/>
            <a:ext cx="9613859" cy="1090789"/>
          </a:xfrm>
        </p:spPr>
        <p:txBody>
          <a:bodyPr rtlCol="0"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US" noProof="0"/>
              <a:t>Click to edit Master text styles</a:t>
            </a:r>
          </a:p>
        </p:txBody>
      </p:sp>
      <p:sp>
        <p:nvSpPr>
          <p:cNvPr id="5" name="Date Placeholder 4"/>
          <p:cNvSpPr>
            <a:spLocks noGrp="1"/>
          </p:cNvSpPr>
          <p:nvPr>
            <p:ph type="dt" sz="half" idx="10"/>
          </p:nvPr>
        </p:nvSpPr>
        <p:spPr/>
        <p:txBody>
          <a:bodyPr rtlCol="0"/>
          <a:lstStyle/>
          <a:p>
            <a:pPr rtl="0"/>
            <a:fld id="{6DAAE157-2352-489C-B864-303641560051}" type="datetime1">
              <a:rPr lang="en-GB" noProof="0" smtClean="0"/>
              <a:t>31/05/2025</a:t>
            </a:fld>
            <a:endParaRPr lang="en-GB" noProof="0"/>
          </a:p>
        </p:txBody>
      </p:sp>
      <p:sp>
        <p:nvSpPr>
          <p:cNvPr id="6" name="Footer Placeholder 5"/>
          <p:cNvSpPr>
            <a:spLocks noGrp="1"/>
          </p:cNvSpPr>
          <p:nvPr>
            <p:ph type="ftr" sz="quarter" idx="11"/>
          </p:nvPr>
        </p:nvSpPr>
        <p:spPr/>
        <p:txBody>
          <a:bodyPr rtlCol="0"/>
          <a:lstStyle/>
          <a:p>
            <a:pPr rtl="0"/>
            <a:r>
              <a:rPr lang="en-GB" noProof="0"/>
              <a:t>Add a footer</a:t>
            </a:r>
          </a:p>
        </p:txBody>
      </p:sp>
      <p:sp>
        <p:nvSpPr>
          <p:cNvPr id="7" name="Slide Number Placeholder 6"/>
          <p:cNvSpPr>
            <a:spLocks noGrp="1"/>
          </p:cNvSpPr>
          <p:nvPr>
            <p:ph type="sldNum" sz="quarter" idx="12"/>
          </p:nvPr>
        </p:nvSpPr>
        <p:spPr>
          <a:xfrm>
            <a:off x="10729455" y="4711615"/>
            <a:ext cx="1154151" cy="1090789"/>
          </a:xfrm>
        </p:spPr>
        <p:txBody>
          <a:bodyPr rtlCol="0"/>
          <a:lstStyle/>
          <a:p>
            <a:pPr rtl="0"/>
            <a:fld id="{9E3FA76C-C565-46B6-8652-D75785E2521F}" type="slidenum">
              <a:rPr lang="en-GB" noProof="0" smtClean="0"/>
              <a:t>‹#›</a:t>
            </a:fld>
            <a:endParaRPr lang="en-GB" noProof="0"/>
          </a:p>
        </p:txBody>
      </p:sp>
    </p:spTree>
    <p:extLst>
      <p:ext uri="{BB962C8B-B14F-4D97-AF65-F5344CB8AC3E}">
        <p14:creationId xmlns:p14="http://schemas.microsoft.com/office/powerpoint/2010/main" val="25140067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D7FCAB52-C8F0-4659-9B95-C792632631CE}"/>
              </a:ext>
            </a:extLst>
          </p:cNvPr>
          <p:cNvGrpSpPr/>
          <p:nvPr userDrawn="1"/>
        </p:nvGrpSpPr>
        <p:grpSpPr bwMode="ltGray">
          <a:xfrm rot="5400000">
            <a:off x="7251814" y="1766245"/>
            <a:ext cx="4959501" cy="5224009"/>
            <a:chOff x="7232499" y="-159283"/>
            <a:chExt cx="4959501" cy="5224009"/>
          </a:xfrm>
          <a:solidFill>
            <a:srgbClr val="76280B">
              <a:alpha val="60000"/>
            </a:srgbClr>
          </a:solidFill>
        </p:grpSpPr>
        <p:pic>
          <p:nvPicPr>
            <p:cNvPr id="19" name="Graphic 18" descr="Single gear">
              <a:extLst>
                <a:ext uri="{FF2B5EF4-FFF2-40B4-BE49-F238E27FC236}">
                  <a16:creationId xmlns:a16="http://schemas.microsoft.com/office/drawing/2014/main" id="{5E98770F-9E46-4F69-9A76-F671813AF579}"/>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8078" r="23442"/>
            <a:stretch/>
          </p:blipFill>
          <p:spPr bwMode="ltGray">
            <a:xfrm>
              <a:off x="8994950" y="0"/>
              <a:ext cx="3197050" cy="3421066"/>
            </a:xfrm>
            <a:prstGeom prst="rect">
              <a:avLst/>
            </a:prstGeom>
          </p:spPr>
        </p:pic>
        <p:pic>
          <p:nvPicPr>
            <p:cNvPr id="20" name="Graphic 19" descr="Single gear">
              <a:extLst>
                <a:ext uri="{FF2B5EF4-FFF2-40B4-BE49-F238E27FC236}">
                  <a16:creationId xmlns:a16="http://schemas.microsoft.com/office/drawing/2014/main" id="{F08BF8CF-C3C2-4767-B88B-DE07E6A628E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7232499" y="667872"/>
              <a:ext cx="2880000" cy="2880000"/>
            </a:xfrm>
            <a:prstGeom prst="rect">
              <a:avLst/>
            </a:prstGeom>
          </p:spPr>
        </p:pic>
        <p:pic>
          <p:nvPicPr>
            <p:cNvPr id="21" name="Graphic 20" descr="Single gear">
              <a:extLst>
                <a:ext uri="{FF2B5EF4-FFF2-40B4-BE49-F238E27FC236}">
                  <a16:creationId xmlns:a16="http://schemas.microsoft.com/office/drawing/2014/main" id="{E63AFEB7-4AAE-448E-8B0B-C2F2287771A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746667" y="2184726"/>
              <a:ext cx="2880000" cy="2880000"/>
            </a:xfrm>
            <a:prstGeom prst="rect">
              <a:avLst/>
            </a:prstGeom>
          </p:spPr>
        </p:pic>
        <p:pic>
          <p:nvPicPr>
            <p:cNvPr id="22" name="Graphic 21" descr="Single gear">
              <a:extLst>
                <a:ext uri="{FF2B5EF4-FFF2-40B4-BE49-F238E27FC236}">
                  <a16:creationId xmlns:a16="http://schemas.microsoft.com/office/drawing/2014/main" id="{E279C731-1AAF-453A-94B0-6CC29203950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501643" y="-159283"/>
              <a:ext cx="1620000" cy="1620000"/>
            </a:xfrm>
            <a:prstGeom prst="rect">
              <a:avLst/>
            </a:prstGeom>
          </p:spPr>
        </p:pic>
      </p:grpSp>
      <p:pic>
        <p:nvPicPr>
          <p:cNvPr id="11" name="Picture 10"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rtlCol="0" anchor="ctr"/>
          <a:lstStyle>
            <a:lvl1pPr>
              <a:defRPr sz="3200"/>
            </a:lvl1pPr>
          </a:lstStyle>
          <a:p>
            <a:pPr rtl="0"/>
            <a:r>
              <a:rPr lang="en-US" noProof="0"/>
              <a:t>Click to edit Master title style</a:t>
            </a:r>
            <a:endParaRPr lang="en-GB" noProof="0"/>
          </a:p>
        </p:txBody>
      </p:sp>
      <p:sp>
        <p:nvSpPr>
          <p:cNvPr id="12" name="Text Placeholder 3"/>
          <p:cNvSpPr>
            <a:spLocks noGrp="1"/>
          </p:cNvSpPr>
          <p:nvPr>
            <p:ph type="body" sz="half" idx="13"/>
          </p:nvPr>
        </p:nvSpPr>
        <p:spPr>
          <a:xfrm>
            <a:off x="1402288" y="3653379"/>
            <a:ext cx="8156579" cy="548968"/>
          </a:xfrm>
        </p:spPr>
        <p:txBody>
          <a:bodyPr rtlCol="0"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US" noProof="0"/>
              <a:t>Click to edit Master text styles</a:t>
            </a:r>
          </a:p>
        </p:txBody>
      </p:sp>
      <p:sp>
        <p:nvSpPr>
          <p:cNvPr id="4" name="Text Placeholder 3"/>
          <p:cNvSpPr>
            <a:spLocks noGrp="1"/>
          </p:cNvSpPr>
          <p:nvPr>
            <p:ph type="body" sz="half" idx="2"/>
          </p:nvPr>
        </p:nvSpPr>
        <p:spPr>
          <a:xfrm>
            <a:off x="680322" y="4711615"/>
            <a:ext cx="9613859" cy="1090789"/>
          </a:xfrm>
        </p:spPr>
        <p:txBody>
          <a:bodyPr rtlCol="0"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US" noProof="0"/>
              <a:t>Click to edit Master text styles</a:t>
            </a:r>
          </a:p>
        </p:txBody>
      </p:sp>
      <p:sp>
        <p:nvSpPr>
          <p:cNvPr id="5" name="Date Placeholder 4"/>
          <p:cNvSpPr>
            <a:spLocks noGrp="1"/>
          </p:cNvSpPr>
          <p:nvPr>
            <p:ph type="dt" sz="half" idx="10"/>
          </p:nvPr>
        </p:nvSpPr>
        <p:spPr/>
        <p:txBody>
          <a:bodyPr rtlCol="0"/>
          <a:lstStyle/>
          <a:p>
            <a:pPr rtl="0"/>
            <a:fld id="{6E24D1C1-5BB5-4971-9028-A0D91ACB3153}" type="datetime1">
              <a:rPr lang="en-GB" noProof="0" smtClean="0"/>
              <a:t>31/05/2025</a:t>
            </a:fld>
            <a:endParaRPr lang="en-GB" noProof="0"/>
          </a:p>
        </p:txBody>
      </p:sp>
      <p:sp>
        <p:nvSpPr>
          <p:cNvPr id="6" name="Footer Placeholder 5"/>
          <p:cNvSpPr>
            <a:spLocks noGrp="1"/>
          </p:cNvSpPr>
          <p:nvPr>
            <p:ph type="ftr" sz="quarter" idx="11"/>
          </p:nvPr>
        </p:nvSpPr>
        <p:spPr/>
        <p:txBody>
          <a:bodyPr rtlCol="0"/>
          <a:lstStyle/>
          <a:p>
            <a:pPr rtl="0"/>
            <a:r>
              <a:rPr lang="en-GB" noProof="0"/>
              <a:t>Add a footer</a:t>
            </a:r>
          </a:p>
        </p:txBody>
      </p:sp>
      <p:sp>
        <p:nvSpPr>
          <p:cNvPr id="7" name="Slide Number Placeholder 6"/>
          <p:cNvSpPr>
            <a:spLocks noGrp="1"/>
          </p:cNvSpPr>
          <p:nvPr>
            <p:ph type="sldNum" sz="quarter" idx="12"/>
          </p:nvPr>
        </p:nvSpPr>
        <p:spPr>
          <a:xfrm>
            <a:off x="10729455" y="4709925"/>
            <a:ext cx="1154151" cy="1090789"/>
          </a:xfrm>
        </p:spPr>
        <p:txBody>
          <a:bodyPr rtlCol="0"/>
          <a:lstStyle/>
          <a:p>
            <a:pPr rtl="0"/>
            <a:fld id="{9E3FA76C-C565-46B6-8652-D75785E2521F}" type="slidenum">
              <a:rPr lang="en-GB" noProof="0" smtClean="0"/>
              <a:t>‹#›</a:t>
            </a:fld>
            <a:endParaRPr lang="en-GB" noProof="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rtl="0"/>
            <a:r>
              <a:rPr lang="en-GB" sz="7200" noProof="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en-GB" sz="7200" noProof="0">
                <a:solidFill>
                  <a:schemeClr val="tx1"/>
                </a:solidFill>
                <a:effectLst/>
              </a:rPr>
              <a:t>”</a:t>
            </a:r>
          </a:p>
        </p:txBody>
      </p:sp>
    </p:spTree>
    <p:extLst>
      <p:ext uri="{BB962C8B-B14F-4D97-AF65-F5344CB8AC3E}">
        <p14:creationId xmlns:p14="http://schemas.microsoft.com/office/powerpoint/2010/main" val="3331322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CB2BD5A-C0EC-4AC1-BBF1-851D8321B964}"/>
              </a:ext>
            </a:extLst>
          </p:cNvPr>
          <p:cNvGrpSpPr/>
          <p:nvPr userDrawn="1"/>
        </p:nvGrpSpPr>
        <p:grpSpPr>
          <a:xfrm rot="5400000">
            <a:off x="188826" y="1282475"/>
            <a:ext cx="5378800" cy="5588856"/>
            <a:chOff x="-424090" y="303112"/>
            <a:chExt cx="5378800" cy="5588856"/>
          </a:xfrm>
          <a:solidFill>
            <a:srgbClr val="F6BF73">
              <a:alpha val="30196"/>
            </a:srgbClr>
          </a:solidFill>
        </p:grpSpPr>
        <p:pic>
          <p:nvPicPr>
            <p:cNvPr id="13" name="Graphic 12" descr="Single gear">
              <a:extLst>
                <a:ext uri="{FF2B5EF4-FFF2-40B4-BE49-F238E27FC236}">
                  <a16:creationId xmlns:a16="http://schemas.microsoft.com/office/drawing/2014/main" id="{538A56DB-6938-460F-9BB3-A0A34C234B32}"/>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195" t="12276" r="8371" b="1368"/>
            <a:stretch/>
          </p:blipFill>
          <p:spPr>
            <a:xfrm rot="5400000">
              <a:off x="1442081" y="2451153"/>
              <a:ext cx="3275424" cy="3606205"/>
            </a:xfrm>
            <a:prstGeom prst="rect">
              <a:avLst/>
            </a:prstGeom>
          </p:spPr>
        </p:pic>
        <p:pic>
          <p:nvPicPr>
            <p:cNvPr id="14" name="Graphic 13" descr="Single gear">
              <a:extLst>
                <a:ext uri="{FF2B5EF4-FFF2-40B4-BE49-F238E27FC236}">
                  <a16:creationId xmlns:a16="http://schemas.microsoft.com/office/drawing/2014/main" id="{E2A1D679-9D00-4DC7-82EC-B6C33270E7F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1092764" y="303112"/>
              <a:ext cx="2880000" cy="2880000"/>
            </a:xfrm>
            <a:prstGeom prst="rect">
              <a:avLst/>
            </a:prstGeom>
          </p:spPr>
        </p:pic>
        <p:pic>
          <p:nvPicPr>
            <p:cNvPr id="15" name="Graphic 14" descr="Single gear">
              <a:extLst>
                <a:ext uri="{FF2B5EF4-FFF2-40B4-BE49-F238E27FC236}">
                  <a16:creationId xmlns:a16="http://schemas.microsoft.com/office/drawing/2014/main" id="{8DFB6E86-77FA-4731-B7FA-5A63254A3E6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424090" y="1817280"/>
              <a:ext cx="2880000" cy="2880000"/>
            </a:xfrm>
            <a:prstGeom prst="rect">
              <a:avLst/>
            </a:prstGeom>
          </p:spPr>
        </p:pic>
        <p:pic>
          <p:nvPicPr>
            <p:cNvPr id="16" name="Graphic 15" descr="Single gear">
              <a:extLst>
                <a:ext uri="{FF2B5EF4-FFF2-40B4-BE49-F238E27FC236}">
                  <a16:creationId xmlns:a16="http://schemas.microsoft.com/office/drawing/2014/main" id="{982D40F0-DDB8-45E0-B9D1-5964842C730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625457" y="4024986"/>
              <a:ext cx="1620000" cy="1620000"/>
            </a:xfrm>
            <a:prstGeom prst="rect">
              <a:avLst/>
            </a:prstGeom>
          </p:spPr>
        </p:pic>
        <p:pic>
          <p:nvPicPr>
            <p:cNvPr id="17" name="Graphic 16" descr="Single gear">
              <a:extLst>
                <a:ext uri="{FF2B5EF4-FFF2-40B4-BE49-F238E27FC236}">
                  <a16:creationId xmlns:a16="http://schemas.microsoft.com/office/drawing/2014/main" id="{D744A42C-4948-489C-8EB2-12C65C47E90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3226710" y="1355170"/>
              <a:ext cx="1728000" cy="1728000"/>
            </a:xfrm>
            <a:prstGeom prst="rect">
              <a:avLst/>
            </a:prstGeom>
          </p:spPr>
        </p:pic>
      </p:grpSp>
      <p:pic>
        <p:nvPicPr>
          <p:cNvPr id="9" name="Picture 8"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4189" y="5928628"/>
            <a:ext cx="10437812" cy="321164"/>
          </a:xfrm>
          <a:prstGeom prst="rect">
            <a:avLst/>
          </a:prstGeom>
        </p:spPr>
      </p:pic>
      <p:sp>
        <p:nvSpPr>
          <p:cNvPr id="11" name="Rectangle 10"/>
          <p:cNvSpPr/>
          <p:nvPr/>
        </p:nvSpPr>
        <p:spPr bwMode="ltGray">
          <a:xfrm>
            <a:off x="1754188"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4931" y="4556102"/>
            <a:ext cx="1602997" cy="1368198"/>
          </a:xfrm>
          <a:prstGeom prst="rect">
            <a:avLst/>
          </a:prstGeom>
          <a:solidFill>
            <a:srgbClr val="942D0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77332" y="4711615"/>
            <a:ext cx="9613862" cy="588535"/>
          </a:xfrm>
        </p:spPr>
        <p:txBody>
          <a:bodyPr rtlCol="0" anchor="b"/>
          <a:lstStyle>
            <a:lvl1pPr>
              <a:defRPr sz="3200"/>
            </a:lvl1pPr>
          </a:lstStyle>
          <a:p>
            <a:pPr rtl="0"/>
            <a:r>
              <a:rPr lang="en-US" noProof="0"/>
              <a:t>Click to edit Master title style</a:t>
            </a:r>
            <a:endParaRPr lang="en-GB" noProof="0"/>
          </a:p>
        </p:txBody>
      </p:sp>
      <p:sp>
        <p:nvSpPr>
          <p:cNvPr id="4" name="Text Placeholder 3"/>
          <p:cNvSpPr>
            <a:spLocks noGrp="1"/>
          </p:cNvSpPr>
          <p:nvPr>
            <p:ph type="body" sz="half" idx="2"/>
          </p:nvPr>
        </p:nvSpPr>
        <p:spPr>
          <a:xfrm>
            <a:off x="2177333" y="5300149"/>
            <a:ext cx="9613862" cy="502255"/>
          </a:xfrm>
        </p:spPr>
        <p:txBody>
          <a:bodyPr rtlCol="0"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US" noProof="0"/>
              <a:t>Click to edit Master text styles</a:t>
            </a:r>
          </a:p>
        </p:txBody>
      </p:sp>
      <p:sp>
        <p:nvSpPr>
          <p:cNvPr id="5" name="Date Placeholder 4"/>
          <p:cNvSpPr>
            <a:spLocks noGrp="1"/>
          </p:cNvSpPr>
          <p:nvPr>
            <p:ph type="dt" sz="half" idx="10"/>
          </p:nvPr>
        </p:nvSpPr>
        <p:spPr>
          <a:xfrm>
            <a:off x="9047994" y="5936187"/>
            <a:ext cx="2743200" cy="365125"/>
          </a:xfrm>
        </p:spPr>
        <p:txBody>
          <a:bodyPr rtlCol="0"/>
          <a:lstStyle/>
          <a:p>
            <a:pPr rtl="0"/>
            <a:fld id="{D573E986-A95A-4DA4-AD50-58D356761BCE}" type="datetime1">
              <a:rPr lang="en-GB" noProof="0" smtClean="0"/>
              <a:t>31/05/2025</a:t>
            </a:fld>
            <a:endParaRPr lang="en-GB" noProof="0"/>
          </a:p>
        </p:txBody>
      </p:sp>
      <p:sp>
        <p:nvSpPr>
          <p:cNvPr id="6" name="Footer Placeholder 5"/>
          <p:cNvSpPr>
            <a:spLocks noGrp="1"/>
          </p:cNvSpPr>
          <p:nvPr>
            <p:ph type="ftr" sz="quarter" idx="11"/>
          </p:nvPr>
        </p:nvSpPr>
        <p:spPr>
          <a:xfrm>
            <a:off x="2177334" y="5936188"/>
            <a:ext cx="6870660" cy="365125"/>
          </a:xfrm>
        </p:spPr>
        <p:txBody>
          <a:bodyPr rtlCol="0"/>
          <a:lstStyle/>
          <a:p>
            <a:pPr rtl="0"/>
            <a:r>
              <a:rPr lang="en-GB" noProof="0"/>
              <a:t>Add a footer</a:t>
            </a:r>
          </a:p>
        </p:txBody>
      </p:sp>
      <p:sp>
        <p:nvSpPr>
          <p:cNvPr id="7" name="Slide Number Placeholder 6"/>
          <p:cNvSpPr>
            <a:spLocks noGrp="1"/>
          </p:cNvSpPr>
          <p:nvPr>
            <p:ph type="sldNum" sz="quarter" idx="12"/>
          </p:nvPr>
        </p:nvSpPr>
        <p:spPr>
          <a:xfrm>
            <a:off x="138697" y="4698039"/>
            <a:ext cx="1154151" cy="1090789"/>
          </a:xfrm>
        </p:spPr>
        <p:txBody>
          <a:bodyPr rtlCol="0"/>
          <a:lstStyle/>
          <a:p>
            <a:pPr rtl="0"/>
            <a:fld id="{9E3FA76C-C565-46B6-8652-D75785E2521F}" type="slidenum">
              <a:rPr lang="en-GB" noProof="0" smtClean="0"/>
              <a:t>‹#›</a:t>
            </a:fld>
            <a:endParaRPr lang="en-GB" noProof="0"/>
          </a:p>
        </p:txBody>
      </p:sp>
    </p:spTree>
    <p:extLst>
      <p:ext uri="{BB962C8B-B14F-4D97-AF65-F5344CB8AC3E}">
        <p14:creationId xmlns:p14="http://schemas.microsoft.com/office/powerpoint/2010/main" val="15689363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BFC60FB4-27C2-4896-9B64-2DFE33815CE2}"/>
              </a:ext>
            </a:extLst>
          </p:cNvPr>
          <p:cNvGrpSpPr/>
          <p:nvPr userDrawn="1"/>
        </p:nvGrpSpPr>
        <p:grpSpPr bwMode="ltGray">
          <a:xfrm>
            <a:off x="7232499" y="-159283"/>
            <a:ext cx="4959501" cy="5224009"/>
            <a:chOff x="7232499" y="-159283"/>
            <a:chExt cx="4959501" cy="5224009"/>
          </a:xfrm>
          <a:solidFill>
            <a:srgbClr val="76280B">
              <a:alpha val="60000"/>
            </a:srgbClr>
          </a:solidFill>
        </p:grpSpPr>
        <p:pic>
          <p:nvPicPr>
            <p:cNvPr id="24" name="Graphic 23" descr="Single gear">
              <a:extLst>
                <a:ext uri="{FF2B5EF4-FFF2-40B4-BE49-F238E27FC236}">
                  <a16:creationId xmlns:a16="http://schemas.microsoft.com/office/drawing/2014/main" id="{EE89D477-BED5-4149-965A-0C122D97A012}"/>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8078" r="23442"/>
            <a:stretch/>
          </p:blipFill>
          <p:spPr bwMode="ltGray">
            <a:xfrm>
              <a:off x="8994950" y="0"/>
              <a:ext cx="3197050" cy="3421066"/>
            </a:xfrm>
            <a:prstGeom prst="rect">
              <a:avLst/>
            </a:prstGeom>
          </p:spPr>
        </p:pic>
        <p:pic>
          <p:nvPicPr>
            <p:cNvPr id="25" name="Graphic 24" descr="Single gear">
              <a:extLst>
                <a:ext uri="{FF2B5EF4-FFF2-40B4-BE49-F238E27FC236}">
                  <a16:creationId xmlns:a16="http://schemas.microsoft.com/office/drawing/2014/main" id="{5CCE09A4-D09F-43A2-8459-2E9D3E96029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7232499" y="667872"/>
              <a:ext cx="2880000" cy="2880000"/>
            </a:xfrm>
            <a:prstGeom prst="rect">
              <a:avLst/>
            </a:prstGeom>
          </p:spPr>
        </p:pic>
        <p:pic>
          <p:nvPicPr>
            <p:cNvPr id="26" name="Graphic 25" descr="Single gear">
              <a:extLst>
                <a:ext uri="{FF2B5EF4-FFF2-40B4-BE49-F238E27FC236}">
                  <a16:creationId xmlns:a16="http://schemas.microsoft.com/office/drawing/2014/main" id="{9A46A1B3-2A0B-4FFE-AE15-A11187E434D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746667" y="2184726"/>
              <a:ext cx="2880000" cy="2880000"/>
            </a:xfrm>
            <a:prstGeom prst="rect">
              <a:avLst/>
            </a:prstGeom>
          </p:spPr>
        </p:pic>
        <p:pic>
          <p:nvPicPr>
            <p:cNvPr id="27" name="Graphic 26" descr="Single gear">
              <a:extLst>
                <a:ext uri="{FF2B5EF4-FFF2-40B4-BE49-F238E27FC236}">
                  <a16:creationId xmlns:a16="http://schemas.microsoft.com/office/drawing/2014/main" id="{D4F4A02A-94BC-4984-A372-3B77FC854C2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501643" y="-159283"/>
              <a:ext cx="1620000" cy="1620000"/>
            </a:xfrm>
            <a:prstGeom prst="rect">
              <a:avLst/>
            </a:prstGeom>
          </p:spPr>
        </p:pic>
      </p:grpSp>
      <p:pic>
        <p:nvPicPr>
          <p:cNvPr id="13" name="Picture 12"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rtlCol="0"/>
          <a:lstStyle/>
          <a:p>
            <a:pPr rtl="0"/>
            <a:r>
              <a:rPr lang="en-US" noProof="0"/>
              <a:t>Click to edit Master title style</a:t>
            </a:r>
            <a:endParaRPr lang="en-GB" noProof="0"/>
          </a:p>
        </p:txBody>
      </p:sp>
      <p:sp>
        <p:nvSpPr>
          <p:cNvPr id="7" name="Text Placeholder 2"/>
          <p:cNvSpPr>
            <a:spLocks noGrp="1"/>
          </p:cNvSpPr>
          <p:nvPr>
            <p:ph type="body" idx="1"/>
          </p:nvPr>
        </p:nvSpPr>
        <p:spPr>
          <a:xfrm>
            <a:off x="660946" y="2336873"/>
            <a:ext cx="3070034" cy="576262"/>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8" name="Text Placeholder 3"/>
          <p:cNvSpPr>
            <a:spLocks noGrp="1"/>
          </p:cNvSpPr>
          <p:nvPr>
            <p:ph type="body" sz="half" idx="15"/>
          </p:nvPr>
        </p:nvSpPr>
        <p:spPr>
          <a:xfrm>
            <a:off x="680322" y="3022673"/>
            <a:ext cx="3049702" cy="2913513"/>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9" name="Text Placeholder 4"/>
          <p:cNvSpPr>
            <a:spLocks noGrp="1"/>
          </p:cNvSpPr>
          <p:nvPr>
            <p:ph type="body" sz="quarter" idx="3"/>
          </p:nvPr>
        </p:nvSpPr>
        <p:spPr>
          <a:xfrm>
            <a:off x="3956025" y="2336873"/>
            <a:ext cx="3063240" cy="576262"/>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10" name="Text Placeholder 3"/>
          <p:cNvSpPr>
            <a:spLocks noGrp="1"/>
          </p:cNvSpPr>
          <p:nvPr>
            <p:ph type="body" sz="half" idx="16"/>
          </p:nvPr>
        </p:nvSpPr>
        <p:spPr>
          <a:xfrm>
            <a:off x="3945470" y="3022673"/>
            <a:ext cx="3063240" cy="2913513"/>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11" name="Text Placeholder 4"/>
          <p:cNvSpPr>
            <a:spLocks noGrp="1"/>
          </p:cNvSpPr>
          <p:nvPr>
            <p:ph type="body" sz="quarter" idx="13"/>
          </p:nvPr>
        </p:nvSpPr>
        <p:spPr>
          <a:xfrm>
            <a:off x="7224156" y="2336873"/>
            <a:ext cx="3070025" cy="576262"/>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12" name="Text Placeholder 3"/>
          <p:cNvSpPr>
            <a:spLocks noGrp="1"/>
          </p:cNvSpPr>
          <p:nvPr>
            <p:ph type="body" sz="half" idx="17"/>
          </p:nvPr>
        </p:nvSpPr>
        <p:spPr>
          <a:xfrm>
            <a:off x="7224156" y="3022673"/>
            <a:ext cx="3070025" cy="2913513"/>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3" name="Date Placeholder 2"/>
          <p:cNvSpPr>
            <a:spLocks noGrp="1"/>
          </p:cNvSpPr>
          <p:nvPr>
            <p:ph type="dt" sz="half" idx="10"/>
          </p:nvPr>
        </p:nvSpPr>
        <p:spPr/>
        <p:txBody>
          <a:bodyPr rtlCol="0"/>
          <a:lstStyle/>
          <a:p>
            <a:pPr rtl="0"/>
            <a:fld id="{0861957A-9D28-41DC-BC28-5E91392EC259}" type="datetime1">
              <a:rPr lang="en-GB" noProof="0" smtClean="0"/>
              <a:t>31/05/2025</a:t>
            </a:fld>
            <a:endParaRPr lang="en-GB" noProof="0"/>
          </a:p>
        </p:txBody>
      </p:sp>
      <p:sp>
        <p:nvSpPr>
          <p:cNvPr id="4" name="Footer Placeholder 3"/>
          <p:cNvSpPr>
            <a:spLocks noGrp="1"/>
          </p:cNvSpPr>
          <p:nvPr>
            <p:ph type="ftr" sz="quarter" idx="11"/>
          </p:nvPr>
        </p:nvSpPr>
        <p:spPr/>
        <p:txBody>
          <a:bodyPr rtlCol="0"/>
          <a:lstStyle/>
          <a:p>
            <a:pPr rtl="0"/>
            <a:r>
              <a:rPr lang="en-GB" noProof="0"/>
              <a:t>Add a footer</a:t>
            </a:r>
          </a:p>
        </p:txBody>
      </p:sp>
      <p:sp>
        <p:nvSpPr>
          <p:cNvPr id="5" name="Slide Number Placeholder 4"/>
          <p:cNvSpPr>
            <a:spLocks noGrp="1"/>
          </p:cNvSpPr>
          <p:nvPr>
            <p:ph type="sldNum" sz="quarter" idx="12"/>
          </p:nvPr>
        </p:nvSpPr>
        <p:spPr/>
        <p:txBody>
          <a:bodyPr rtlCol="0"/>
          <a:lstStyle/>
          <a:p>
            <a:pPr rtl="0"/>
            <a:fld id="{9E3FA76C-C565-46B6-8652-D75785E2521F}" type="slidenum">
              <a:rPr lang="en-GB" noProof="0" smtClean="0"/>
              <a:t>‹#›</a:t>
            </a:fld>
            <a:endParaRPr lang="en-GB" noProof="0"/>
          </a:p>
        </p:txBody>
      </p:sp>
    </p:spTree>
    <p:extLst>
      <p:ext uri="{BB962C8B-B14F-4D97-AF65-F5344CB8AC3E}">
        <p14:creationId xmlns:p14="http://schemas.microsoft.com/office/powerpoint/2010/main" val="32528377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3 Column">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D1F89FDF-9788-47AD-B230-0314E7C8D087}"/>
              </a:ext>
            </a:extLst>
          </p:cNvPr>
          <p:cNvGrpSpPr/>
          <p:nvPr userDrawn="1"/>
        </p:nvGrpSpPr>
        <p:grpSpPr>
          <a:xfrm rot="10800000">
            <a:off x="99308" y="75467"/>
            <a:ext cx="5378800" cy="5588856"/>
            <a:chOff x="-424090" y="303112"/>
            <a:chExt cx="5378800" cy="5588856"/>
          </a:xfrm>
          <a:solidFill>
            <a:srgbClr val="F6BF73">
              <a:alpha val="30196"/>
            </a:srgbClr>
          </a:solidFill>
        </p:grpSpPr>
        <p:pic>
          <p:nvPicPr>
            <p:cNvPr id="19" name="Graphic 18" descr="Single gear">
              <a:extLst>
                <a:ext uri="{FF2B5EF4-FFF2-40B4-BE49-F238E27FC236}">
                  <a16:creationId xmlns:a16="http://schemas.microsoft.com/office/drawing/2014/main" id="{9CD6B783-A97E-437E-B4E2-F7D761F0A2EB}"/>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195" t="12276" r="8371" b="1368"/>
            <a:stretch/>
          </p:blipFill>
          <p:spPr>
            <a:xfrm rot="5400000">
              <a:off x="1442081" y="2451153"/>
              <a:ext cx="3275424" cy="3606205"/>
            </a:xfrm>
            <a:prstGeom prst="rect">
              <a:avLst/>
            </a:prstGeom>
          </p:spPr>
        </p:pic>
        <p:pic>
          <p:nvPicPr>
            <p:cNvPr id="20" name="Graphic 19" descr="Single gear">
              <a:extLst>
                <a:ext uri="{FF2B5EF4-FFF2-40B4-BE49-F238E27FC236}">
                  <a16:creationId xmlns:a16="http://schemas.microsoft.com/office/drawing/2014/main" id="{4699BB72-0480-4165-8D15-316CEED8CEB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1092764" y="303112"/>
              <a:ext cx="2880000" cy="2880000"/>
            </a:xfrm>
            <a:prstGeom prst="rect">
              <a:avLst/>
            </a:prstGeom>
          </p:spPr>
        </p:pic>
        <p:pic>
          <p:nvPicPr>
            <p:cNvPr id="21" name="Graphic 20" descr="Single gear">
              <a:extLst>
                <a:ext uri="{FF2B5EF4-FFF2-40B4-BE49-F238E27FC236}">
                  <a16:creationId xmlns:a16="http://schemas.microsoft.com/office/drawing/2014/main" id="{685C07D9-1911-4085-8555-C992A61B10C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424090" y="1817280"/>
              <a:ext cx="2880000" cy="2880000"/>
            </a:xfrm>
            <a:prstGeom prst="rect">
              <a:avLst/>
            </a:prstGeom>
          </p:spPr>
        </p:pic>
        <p:pic>
          <p:nvPicPr>
            <p:cNvPr id="22" name="Graphic 21" descr="Single gear">
              <a:extLst>
                <a:ext uri="{FF2B5EF4-FFF2-40B4-BE49-F238E27FC236}">
                  <a16:creationId xmlns:a16="http://schemas.microsoft.com/office/drawing/2014/main" id="{D621B3C3-2371-4ED0-BC1D-87AABF852BD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625457" y="4024986"/>
              <a:ext cx="1620000" cy="1620000"/>
            </a:xfrm>
            <a:prstGeom prst="rect">
              <a:avLst/>
            </a:prstGeom>
          </p:spPr>
        </p:pic>
        <p:pic>
          <p:nvPicPr>
            <p:cNvPr id="23" name="Graphic 22" descr="Single gear">
              <a:extLst>
                <a:ext uri="{FF2B5EF4-FFF2-40B4-BE49-F238E27FC236}">
                  <a16:creationId xmlns:a16="http://schemas.microsoft.com/office/drawing/2014/main" id="{D7D15287-50FE-4441-BA06-D454D73F7EF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3226710" y="1355170"/>
              <a:ext cx="1728000" cy="1728000"/>
            </a:xfrm>
            <a:prstGeom prst="rect">
              <a:avLst/>
            </a:prstGeom>
          </p:spPr>
        </p:pic>
      </p:grpSp>
      <p:pic>
        <p:nvPicPr>
          <p:cNvPr id="13" name="Picture 12"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43076" y="1970240"/>
            <a:ext cx="10437812" cy="321164"/>
          </a:xfrm>
          <a:prstGeom prst="rect">
            <a:avLst/>
          </a:prstGeom>
        </p:spPr>
      </p:pic>
      <p:pic>
        <p:nvPicPr>
          <p:cNvPr id="14" name="Picture 13"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175260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3077" y="609600"/>
            <a:ext cx="1602997" cy="1368198"/>
          </a:xfrm>
          <a:prstGeom prst="rect">
            <a:avLst/>
          </a:prstGeom>
          <a:solidFill>
            <a:srgbClr val="942D0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3" name="Date Placeholder 2"/>
          <p:cNvSpPr>
            <a:spLocks noGrp="1"/>
          </p:cNvSpPr>
          <p:nvPr>
            <p:ph type="dt" sz="half" idx="10"/>
          </p:nvPr>
        </p:nvSpPr>
        <p:spPr>
          <a:xfrm>
            <a:off x="8989256" y="5936187"/>
            <a:ext cx="2743200" cy="365125"/>
          </a:xfrm>
        </p:spPr>
        <p:txBody>
          <a:bodyPr rtlCol="0"/>
          <a:lstStyle/>
          <a:p>
            <a:pPr rtl="0"/>
            <a:fld id="{C04FD9EF-8C2E-426E-8369-F0D149D364CE}" type="datetime1">
              <a:rPr lang="en-GB" noProof="0" smtClean="0"/>
              <a:t>31/05/2025</a:t>
            </a:fld>
            <a:endParaRPr lang="en-GB" noProof="0"/>
          </a:p>
        </p:txBody>
      </p:sp>
      <p:sp>
        <p:nvSpPr>
          <p:cNvPr id="4" name="Footer Placeholder 3"/>
          <p:cNvSpPr>
            <a:spLocks noGrp="1"/>
          </p:cNvSpPr>
          <p:nvPr>
            <p:ph type="ftr" sz="quarter" idx="11"/>
          </p:nvPr>
        </p:nvSpPr>
        <p:spPr>
          <a:xfrm>
            <a:off x="2118596" y="5936188"/>
            <a:ext cx="6870660" cy="365125"/>
          </a:xfrm>
        </p:spPr>
        <p:txBody>
          <a:bodyPr rtlCol="0"/>
          <a:lstStyle/>
          <a:p>
            <a:pPr rtl="0"/>
            <a:r>
              <a:rPr lang="en-GB" noProof="0"/>
              <a:t>Add a footer</a:t>
            </a:r>
          </a:p>
        </p:txBody>
      </p:sp>
      <p:sp>
        <p:nvSpPr>
          <p:cNvPr id="5" name="Slide Number Placeholder 4"/>
          <p:cNvSpPr>
            <a:spLocks noGrp="1"/>
          </p:cNvSpPr>
          <p:nvPr>
            <p:ph type="sldNum" sz="quarter" idx="12"/>
          </p:nvPr>
        </p:nvSpPr>
        <p:spPr>
          <a:xfrm>
            <a:off x="140493" y="748304"/>
            <a:ext cx="1154151" cy="1090789"/>
          </a:xfrm>
        </p:spPr>
        <p:txBody>
          <a:bodyPr rtlCol="0"/>
          <a:lstStyle/>
          <a:p>
            <a:pPr rtl="0"/>
            <a:fld id="{9E3FA76C-C565-46B6-8652-D75785E2521F}" type="slidenum">
              <a:rPr lang="en-GB" noProof="0" smtClean="0"/>
              <a:t>‹#›</a:t>
            </a:fld>
            <a:endParaRPr lang="en-GB" noProof="0"/>
          </a:p>
        </p:txBody>
      </p:sp>
      <p:cxnSp>
        <p:nvCxnSpPr>
          <p:cNvPr id="33" name="Straight Connector 32">
            <a:extLst>
              <a:ext uri="{FF2B5EF4-FFF2-40B4-BE49-F238E27FC236}">
                <a16:creationId xmlns:a16="http://schemas.microsoft.com/office/drawing/2014/main" id="{2664D24B-EA78-4E18-9226-569365267E5E}"/>
              </a:ext>
            </a:extLst>
          </p:cNvPr>
          <p:cNvCxnSpPr/>
          <p:nvPr userDrawn="1"/>
        </p:nvCxnSpPr>
        <p:spPr>
          <a:xfrm>
            <a:off x="8571139" y="969699"/>
            <a:ext cx="0" cy="648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7" name="Title 1">
            <a:extLst>
              <a:ext uri="{FF2B5EF4-FFF2-40B4-BE49-F238E27FC236}">
                <a16:creationId xmlns:a16="http://schemas.microsoft.com/office/drawing/2014/main" id="{5BE17E03-04A7-46ED-8623-88DFFD7E30B0}"/>
              </a:ext>
            </a:extLst>
          </p:cNvPr>
          <p:cNvSpPr txBox="1">
            <a:spLocks/>
          </p:cNvSpPr>
          <p:nvPr userDrawn="1"/>
        </p:nvSpPr>
        <p:spPr>
          <a:xfrm>
            <a:off x="2106131" y="790252"/>
            <a:ext cx="3060802" cy="108093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algn="ctr" rtl="0"/>
            <a:endParaRPr lang="en-GB" sz="2400" noProof="0"/>
          </a:p>
        </p:txBody>
      </p:sp>
      <p:cxnSp>
        <p:nvCxnSpPr>
          <p:cNvPr id="38" name="Straight Connector 37">
            <a:extLst>
              <a:ext uri="{FF2B5EF4-FFF2-40B4-BE49-F238E27FC236}">
                <a16:creationId xmlns:a16="http://schemas.microsoft.com/office/drawing/2014/main" id="{A3840076-AFCB-4C84-8E23-85DAD3CBEF3E}"/>
              </a:ext>
            </a:extLst>
          </p:cNvPr>
          <p:cNvCxnSpPr/>
          <p:nvPr userDrawn="1"/>
        </p:nvCxnSpPr>
        <p:spPr>
          <a:xfrm>
            <a:off x="5294539" y="969699"/>
            <a:ext cx="0" cy="648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1" name="Title 50">
            <a:extLst>
              <a:ext uri="{FF2B5EF4-FFF2-40B4-BE49-F238E27FC236}">
                <a16:creationId xmlns:a16="http://schemas.microsoft.com/office/drawing/2014/main" id="{BBA20603-8433-4B38-976F-F18CF78D6BF9}"/>
              </a:ext>
            </a:extLst>
          </p:cNvPr>
          <p:cNvSpPr>
            <a:spLocks noGrp="1"/>
          </p:cNvSpPr>
          <p:nvPr>
            <p:ph type="title"/>
          </p:nvPr>
        </p:nvSpPr>
        <p:spPr>
          <a:xfrm>
            <a:off x="2106132" y="735087"/>
            <a:ext cx="3060802" cy="1080938"/>
          </a:xfrm>
        </p:spPr>
        <p:txBody>
          <a:bodyPr rtlCol="0" anchor="ctr" anchorCtr="0"/>
          <a:lstStyle>
            <a:lvl1pPr algn="ctr">
              <a:defRPr/>
            </a:lvl1pPr>
          </a:lstStyle>
          <a:p>
            <a:pPr rtl="0"/>
            <a:r>
              <a:rPr lang="en-US" noProof="0"/>
              <a:t>Click to edit Master title style</a:t>
            </a:r>
            <a:endParaRPr lang="en-GB" noProof="0"/>
          </a:p>
        </p:txBody>
      </p:sp>
      <p:sp>
        <p:nvSpPr>
          <p:cNvPr id="53" name="Text Placeholder 52">
            <a:extLst>
              <a:ext uri="{FF2B5EF4-FFF2-40B4-BE49-F238E27FC236}">
                <a16:creationId xmlns:a16="http://schemas.microsoft.com/office/drawing/2014/main" id="{EF340F6C-3335-49B0-AE89-7103CA6A7F5E}"/>
              </a:ext>
            </a:extLst>
          </p:cNvPr>
          <p:cNvSpPr>
            <a:spLocks noGrp="1"/>
          </p:cNvSpPr>
          <p:nvPr>
            <p:ph type="body" sz="quarter" idx="18"/>
          </p:nvPr>
        </p:nvSpPr>
        <p:spPr>
          <a:xfrm>
            <a:off x="5384611" y="735013"/>
            <a:ext cx="3060700" cy="1081087"/>
          </a:xfrm>
        </p:spPr>
        <p:txBody>
          <a:bodyPr rtlCol="0" anchor="ctr" anchorCtr="0">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rtl="0"/>
            <a:r>
              <a:rPr lang="en-US" noProof="0"/>
              <a:t>Click to edit Master text styles</a:t>
            </a:r>
          </a:p>
        </p:txBody>
      </p:sp>
      <p:sp>
        <p:nvSpPr>
          <p:cNvPr id="55" name="Text Placeholder 54">
            <a:extLst>
              <a:ext uri="{FF2B5EF4-FFF2-40B4-BE49-F238E27FC236}">
                <a16:creationId xmlns:a16="http://schemas.microsoft.com/office/drawing/2014/main" id="{1F0AD31D-2FFB-40A9-96C2-F4EE3869BC54}"/>
              </a:ext>
            </a:extLst>
          </p:cNvPr>
          <p:cNvSpPr>
            <a:spLocks noGrp="1"/>
          </p:cNvSpPr>
          <p:nvPr>
            <p:ph type="body" sz="quarter" idx="19"/>
          </p:nvPr>
        </p:nvSpPr>
        <p:spPr>
          <a:xfrm>
            <a:off x="8662988" y="746125"/>
            <a:ext cx="3070225" cy="1058862"/>
          </a:xfrm>
        </p:spPr>
        <p:txBody>
          <a:bodyPr rtlCol="0" anchor="ctr" anchorCtr="0">
            <a:noAutofit/>
          </a:bodyPr>
          <a:lstStyle>
            <a:lvl1pPr marL="0" indent="0" algn="ctr">
              <a:buNone/>
              <a:defRPr sz="3600">
                <a:latin typeface="+mj-lt"/>
              </a:defRPr>
            </a:lvl1pPr>
            <a:lvl2pPr algn="ctr">
              <a:defRPr sz="3600">
                <a:latin typeface="+mj-lt"/>
              </a:defRPr>
            </a:lvl2pPr>
            <a:lvl3pPr algn="ctr">
              <a:defRPr sz="3600">
                <a:latin typeface="+mj-lt"/>
              </a:defRPr>
            </a:lvl3pPr>
            <a:lvl4pPr algn="ctr">
              <a:defRPr sz="3600">
                <a:latin typeface="+mj-lt"/>
              </a:defRPr>
            </a:lvl4pPr>
            <a:lvl5pPr algn="ctr">
              <a:defRPr sz="3600">
                <a:latin typeface="+mj-lt"/>
              </a:defRPr>
            </a:lvl5pPr>
          </a:lstStyle>
          <a:p>
            <a:pPr lvl="0" rtl="0"/>
            <a:r>
              <a:rPr lang="en-US" noProof="0"/>
              <a:t>Click to edit Master text styles</a:t>
            </a:r>
          </a:p>
        </p:txBody>
      </p:sp>
      <p:sp>
        <p:nvSpPr>
          <p:cNvPr id="57" name="Content Placeholder 56">
            <a:extLst>
              <a:ext uri="{FF2B5EF4-FFF2-40B4-BE49-F238E27FC236}">
                <a16:creationId xmlns:a16="http://schemas.microsoft.com/office/drawing/2014/main" id="{52B689E9-5B4C-4CC0-AAA4-847EB66C3302}"/>
              </a:ext>
            </a:extLst>
          </p:cNvPr>
          <p:cNvSpPr>
            <a:spLocks noGrp="1"/>
          </p:cNvSpPr>
          <p:nvPr>
            <p:ph sz="quarter" idx="20"/>
          </p:nvPr>
        </p:nvSpPr>
        <p:spPr>
          <a:xfrm>
            <a:off x="2106131" y="2116138"/>
            <a:ext cx="3060802" cy="3713162"/>
          </a:xfr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8" name="Content Placeholder 56">
            <a:extLst>
              <a:ext uri="{FF2B5EF4-FFF2-40B4-BE49-F238E27FC236}">
                <a16:creationId xmlns:a16="http://schemas.microsoft.com/office/drawing/2014/main" id="{1D5202CC-08D0-4157-9CB3-AA1EF4A2C855}"/>
              </a:ext>
            </a:extLst>
          </p:cNvPr>
          <p:cNvSpPr>
            <a:spLocks noGrp="1"/>
          </p:cNvSpPr>
          <p:nvPr>
            <p:ph sz="quarter" idx="21"/>
          </p:nvPr>
        </p:nvSpPr>
        <p:spPr>
          <a:xfrm>
            <a:off x="5384611" y="2103211"/>
            <a:ext cx="3060802" cy="3713162"/>
          </a:xfr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9" name="Content Placeholder 56">
            <a:extLst>
              <a:ext uri="{FF2B5EF4-FFF2-40B4-BE49-F238E27FC236}">
                <a16:creationId xmlns:a16="http://schemas.microsoft.com/office/drawing/2014/main" id="{7BE8E782-50B7-4C4E-BEA5-DDA27E0F6817}"/>
              </a:ext>
            </a:extLst>
          </p:cNvPr>
          <p:cNvSpPr>
            <a:spLocks noGrp="1"/>
          </p:cNvSpPr>
          <p:nvPr>
            <p:ph sz="quarter" idx="22"/>
          </p:nvPr>
        </p:nvSpPr>
        <p:spPr>
          <a:xfrm>
            <a:off x="8659892" y="2097613"/>
            <a:ext cx="3060802" cy="3713162"/>
          </a:xfr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Tree>
    <p:extLst>
      <p:ext uri="{BB962C8B-B14F-4D97-AF65-F5344CB8AC3E}">
        <p14:creationId xmlns:p14="http://schemas.microsoft.com/office/powerpoint/2010/main" val="27253014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3 Picture Column">
    <p:bg bwMode="blackWhite">
      <p:bgRef idx="1003">
        <a:schemeClr val="bg2"/>
      </p:bgRef>
    </p:bg>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2C074DF2-6D4F-4B58-A82E-6322DB69A6CC}"/>
              </a:ext>
            </a:extLst>
          </p:cNvPr>
          <p:cNvGrpSpPr/>
          <p:nvPr userDrawn="1"/>
        </p:nvGrpSpPr>
        <p:grpSpPr bwMode="ltGray">
          <a:xfrm>
            <a:off x="7232499" y="-159283"/>
            <a:ext cx="4959501" cy="5242297"/>
            <a:chOff x="7232499" y="-159283"/>
            <a:chExt cx="4959501" cy="5242297"/>
          </a:xfrm>
          <a:solidFill>
            <a:srgbClr val="76280B">
              <a:alpha val="60000"/>
            </a:srgbClr>
          </a:solidFill>
        </p:grpSpPr>
        <p:pic>
          <p:nvPicPr>
            <p:cNvPr id="29" name="Graphic 28" descr="Single gear">
              <a:extLst>
                <a:ext uri="{FF2B5EF4-FFF2-40B4-BE49-F238E27FC236}">
                  <a16:creationId xmlns:a16="http://schemas.microsoft.com/office/drawing/2014/main" id="{B9A8CB2C-0A50-43EC-A2C7-F536FF84DE44}"/>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8078" r="23442"/>
            <a:stretch/>
          </p:blipFill>
          <p:spPr bwMode="ltGray">
            <a:xfrm>
              <a:off x="8994950" y="0"/>
              <a:ext cx="3197050" cy="3421066"/>
            </a:xfrm>
            <a:prstGeom prst="rect">
              <a:avLst/>
            </a:prstGeom>
          </p:spPr>
        </p:pic>
        <p:pic>
          <p:nvPicPr>
            <p:cNvPr id="31" name="Graphic 30" descr="Single gear">
              <a:extLst>
                <a:ext uri="{FF2B5EF4-FFF2-40B4-BE49-F238E27FC236}">
                  <a16:creationId xmlns:a16="http://schemas.microsoft.com/office/drawing/2014/main" id="{71F3D36D-2C1A-4D06-A27F-6A64AA11889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7232499" y="667872"/>
              <a:ext cx="2880000" cy="2880000"/>
            </a:xfrm>
            <a:prstGeom prst="rect">
              <a:avLst/>
            </a:prstGeom>
          </p:spPr>
        </p:pic>
        <p:pic>
          <p:nvPicPr>
            <p:cNvPr id="32" name="Graphic 31" descr="Single gear">
              <a:extLst>
                <a:ext uri="{FF2B5EF4-FFF2-40B4-BE49-F238E27FC236}">
                  <a16:creationId xmlns:a16="http://schemas.microsoft.com/office/drawing/2014/main" id="{61F0F601-D5AC-45C0-92B6-2376085B0D5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746667" y="2203014"/>
              <a:ext cx="2880000" cy="2880000"/>
            </a:xfrm>
            <a:prstGeom prst="rect">
              <a:avLst/>
            </a:prstGeom>
          </p:spPr>
        </p:pic>
        <p:pic>
          <p:nvPicPr>
            <p:cNvPr id="33" name="Graphic 32" descr="Single gear">
              <a:extLst>
                <a:ext uri="{FF2B5EF4-FFF2-40B4-BE49-F238E27FC236}">
                  <a16:creationId xmlns:a16="http://schemas.microsoft.com/office/drawing/2014/main" id="{DE792A6A-B423-4979-BD59-4CD4A74069B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501643" y="-159283"/>
              <a:ext cx="1620000" cy="1620000"/>
            </a:xfrm>
            <a:prstGeom prst="rect">
              <a:avLst/>
            </a:prstGeom>
          </p:spPr>
        </p:pic>
      </p:grpSp>
      <p:pic>
        <p:nvPicPr>
          <p:cNvPr id="15" name="Picture 14"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rtlCol="0"/>
          <a:lstStyle/>
          <a:p>
            <a:pPr rtl="0"/>
            <a:r>
              <a:rPr lang="en-US" noProof="0"/>
              <a:t>Click to edit Master title style</a:t>
            </a:r>
            <a:endParaRPr lang="en-GB" noProof="0"/>
          </a:p>
        </p:txBody>
      </p:sp>
      <p:sp>
        <p:nvSpPr>
          <p:cNvPr id="19" name="Text Placeholder 2"/>
          <p:cNvSpPr>
            <a:spLocks noGrp="1"/>
          </p:cNvSpPr>
          <p:nvPr>
            <p:ph type="body" idx="1"/>
          </p:nvPr>
        </p:nvSpPr>
        <p:spPr>
          <a:xfrm>
            <a:off x="680318" y="4297503"/>
            <a:ext cx="3049705" cy="576262"/>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n-US" noProof="0"/>
              <a:t>Click icon to add picture</a:t>
            </a:r>
            <a:endParaRPr lang="en-GB" noProof="0"/>
          </a:p>
        </p:txBody>
      </p:sp>
      <p:sp>
        <p:nvSpPr>
          <p:cNvPr id="21" name="Text Placeholder 3"/>
          <p:cNvSpPr>
            <a:spLocks noGrp="1"/>
          </p:cNvSpPr>
          <p:nvPr>
            <p:ph type="body" sz="half" idx="18"/>
          </p:nvPr>
        </p:nvSpPr>
        <p:spPr>
          <a:xfrm>
            <a:off x="680318" y="4873765"/>
            <a:ext cx="3049705" cy="1062422"/>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22" name="Text Placeholder 4"/>
          <p:cNvSpPr>
            <a:spLocks noGrp="1"/>
          </p:cNvSpPr>
          <p:nvPr>
            <p:ph type="body" sz="quarter" idx="3"/>
          </p:nvPr>
        </p:nvSpPr>
        <p:spPr>
          <a:xfrm>
            <a:off x="3945471" y="4297503"/>
            <a:ext cx="3063240" cy="576262"/>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n-US" noProof="0"/>
              <a:t>Click icon to add picture</a:t>
            </a:r>
            <a:endParaRPr lang="en-GB" noProof="0"/>
          </a:p>
        </p:txBody>
      </p:sp>
      <p:sp>
        <p:nvSpPr>
          <p:cNvPr id="24" name="Text Placeholder 3"/>
          <p:cNvSpPr>
            <a:spLocks noGrp="1"/>
          </p:cNvSpPr>
          <p:nvPr>
            <p:ph type="body" sz="half" idx="19"/>
          </p:nvPr>
        </p:nvSpPr>
        <p:spPr>
          <a:xfrm>
            <a:off x="3944117" y="4873764"/>
            <a:ext cx="3067297" cy="1062422"/>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25" name="Text Placeholder 4"/>
          <p:cNvSpPr>
            <a:spLocks noGrp="1"/>
          </p:cNvSpPr>
          <p:nvPr>
            <p:ph type="body" sz="quarter" idx="13"/>
          </p:nvPr>
        </p:nvSpPr>
        <p:spPr>
          <a:xfrm>
            <a:off x="7230678" y="4297503"/>
            <a:ext cx="3063505" cy="576262"/>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n-US" noProof="0"/>
              <a:t>Click icon to add picture</a:t>
            </a:r>
            <a:endParaRPr lang="en-GB" noProof="0"/>
          </a:p>
        </p:txBody>
      </p:sp>
      <p:sp>
        <p:nvSpPr>
          <p:cNvPr id="27" name="Text Placeholder 3"/>
          <p:cNvSpPr>
            <a:spLocks noGrp="1"/>
          </p:cNvSpPr>
          <p:nvPr>
            <p:ph type="body" sz="half" idx="20"/>
          </p:nvPr>
        </p:nvSpPr>
        <p:spPr>
          <a:xfrm>
            <a:off x="7230553" y="4873762"/>
            <a:ext cx="3067563" cy="1062422"/>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3" name="Date Placeholder 2"/>
          <p:cNvSpPr>
            <a:spLocks noGrp="1"/>
          </p:cNvSpPr>
          <p:nvPr>
            <p:ph type="dt" sz="half" idx="10"/>
          </p:nvPr>
        </p:nvSpPr>
        <p:spPr/>
        <p:txBody>
          <a:bodyPr rtlCol="0"/>
          <a:lstStyle/>
          <a:p>
            <a:pPr rtl="0"/>
            <a:fld id="{43FA66D0-4B40-4BDB-977B-0E2F23FADCAB}" type="datetime1">
              <a:rPr lang="en-GB" noProof="0" smtClean="0"/>
              <a:t>31/05/2025</a:t>
            </a:fld>
            <a:endParaRPr lang="en-GB" noProof="0"/>
          </a:p>
        </p:txBody>
      </p:sp>
      <p:sp>
        <p:nvSpPr>
          <p:cNvPr id="4" name="Footer Placeholder 3"/>
          <p:cNvSpPr>
            <a:spLocks noGrp="1"/>
          </p:cNvSpPr>
          <p:nvPr>
            <p:ph type="ftr" sz="quarter" idx="11"/>
          </p:nvPr>
        </p:nvSpPr>
        <p:spPr/>
        <p:txBody>
          <a:bodyPr rtlCol="0"/>
          <a:lstStyle/>
          <a:p>
            <a:pPr rtl="0"/>
            <a:r>
              <a:rPr lang="en-GB" noProof="0"/>
              <a:t>Add a footer</a:t>
            </a:r>
          </a:p>
        </p:txBody>
      </p:sp>
      <p:sp>
        <p:nvSpPr>
          <p:cNvPr id="5" name="Slide Number Placeholder 4"/>
          <p:cNvSpPr>
            <a:spLocks noGrp="1"/>
          </p:cNvSpPr>
          <p:nvPr>
            <p:ph type="sldNum" sz="quarter" idx="12"/>
          </p:nvPr>
        </p:nvSpPr>
        <p:spPr/>
        <p:txBody>
          <a:bodyPr rtlCol="0"/>
          <a:lstStyle/>
          <a:p>
            <a:pPr rtl="0"/>
            <a:fld id="{9E3FA76C-C565-46B6-8652-D75785E2521F}" type="slidenum">
              <a:rPr lang="en-GB" noProof="0" smtClean="0"/>
              <a:t>‹#›</a:t>
            </a:fld>
            <a:endParaRPr lang="en-GB" noProof="0"/>
          </a:p>
        </p:txBody>
      </p:sp>
    </p:spTree>
    <p:extLst>
      <p:ext uri="{BB962C8B-B14F-4D97-AF65-F5344CB8AC3E}">
        <p14:creationId xmlns:p14="http://schemas.microsoft.com/office/powerpoint/2010/main" val="2025567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21">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pPr rtl="0"/>
            <a:r>
              <a:rPr lang="en-US" noProof="0"/>
              <a:t>Click to edit Master title style</a:t>
            </a:r>
            <a:endParaRPr lang="en-GB" noProof="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pPr rtl="0"/>
            <a:fld id="{A459FF6C-CE93-442A-94A7-B7FC284C706F}" type="datetime1">
              <a:rPr lang="en-GB" noProof="0" smtClean="0"/>
              <a:t>31/05/2025</a:t>
            </a:fld>
            <a:endParaRPr lang="en-GB" noProof="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pPr rtl="0"/>
            <a:r>
              <a:rPr lang="en-GB" noProof="0"/>
              <a:t>Add a footer</a:t>
            </a:r>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pPr rtl="0"/>
            <a:fld id="{9E3FA76C-C565-46B6-8652-D75785E2521F}" type="slidenum">
              <a:rPr lang="en-GB" noProof="0" smtClean="0"/>
              <a:t>‹#›</a:t>
            </a:fld>
            <a:endParaRPr lang="en-GB" noProof="0"/>
          </a:p>
        </p:txBody>
      </p:sp>
    </p:spTree>
    <p:extLst>
      <p:ext uri="{BB962C8B-B14F-4D97-AF65-F5344CB8AC3E}">
        <p14:creationId xmlns:p14="http://schemas.microsoft.com/office/powerpoint/2010/main" val="38322647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79" r:id="rId5"/>
    <p:sldLayoutId id="2147483665" r:id="rId6"/>
    <p:sldLayoutId id="2147483680" r:id="rId7"/>
    <p:sldLayoutId id="2147483666" r:id="rId8"/>
    <p:sldLayoutId id="2147483682" r:id="rId9"/>
    <p:sldLayoutId id="2147483667" r:id="rId10"/>
    <p:sldLayoutId id="2147483668" r:id="rId11"/>
    <p:sldLayoutId id="2147483681" r:id="rId12"/>
    <p:sldLayoutId id="2147483670" r:id="rId13"/>
    <p:sldLayoutId id="2147483671" r:id="rId14"/>
    <p:sldLayoutId id="2147483672" r:id="rId15"/>
    <p:sldLayoutId id="2147483673" r:id="rId16"/>
    <p:sldLayoutId id="2147483674" r:id="rId17"/>
    <p:sldLayoutId id="2147483678" r:id="rId18"/>
    <p:sldLayoutId id="2147483675" r:id="rId19"/>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9.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5.xml"/><Relationship Id="rId5" Type="http://schemas.openxmlformats.org/officeDocument/2006/relationships/hyperlink" Target="https://www.oracle.com/uk/database/what-is-database/#WhatIsDBMS" TargetMode="External"/><Relationship Id="rId4" Type="http://schemas.openxmlformats.org/officeDocument/2006/relationships/image" Target="../media/image11.sv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hyperlink" Target="https://www.oracle.com/uk/database/what-is-database/#relational" TargetMode="External"/><Relationship Id="rId4" Type="http://schemas.openxmlformats.org/officeDocument/2006/relationships/image" Target="../media/image11.sv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hyperlink" Target="https://www.oracle.com/uk/autonomous-database/" TargetMode="External"/><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hyperlink" Target="https://www.oracle.com/uk/mysql/" TargetMode="External"/><Relationship Id="rId4" Type="http://schemas.openxmlformats.org/officeDocument/2006/relationships/image" Target="../media/image11.sv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1.sv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1.sv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11.sv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1.sv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2.png"/><Relationship Id="rId4" Type="http://schemas.openxmlformats.org/officeDocument/2006/relationships/image" Target="../media/image11.sv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11.sv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8BBFB-4314-436C-A688-96F483D693AB}"/>
              </a:ext>
            </a:extLst>
          </p:cNvPr>
          <p:cNvSpPr>
            <a:spLocks noGrp="1"/>
          </p:cNvSpPr>
          <p:nvPr>
            <p:ph type="ctrTitle"/>
          </p:nvPr>
        </p:nvSpPr>
        <p:spPr/>
        <p:txBody>
          <a:bodyPr rtlCol="0" anchor="ctr" anchorCtr="0"/>
          <a:lstStyle/>
          <a:p>
            <a:pPr rtl="0"/>
            <a:r>
              <a:rPr lang="en-GB" sz="5400" dirty="0">
                <a:latin typeface="Bahnschrift" panose="020B0502040204020203" pitchFamily="34" charset="0"/>
              </a:rPr>
              <a:t>Introduction to </a:t>
            </a:r>
            <a:r>
              <a:rPr lang="en-GB" dirty="0">
                <a:latin typeface="Bahnschrift" panose="020B0502040204020203" pitchFamily="34" charset="0"/>
              </a:rPr>
              <a:t>MySQL</a:t>
            </a:r>
          </a:p>
        </p:txBody>
      </p:sp>
      <p:sp>
        <p:nvSpPr>
          <p:cNvPr id="3" name="Subtitle 2">
            <a:extLst>
              <a:ext uri="{FF2B5EF4-FFF2-40B4-BE49-F238E27FC236}">
                <a16:creationId xmlns:a16="http://schemas.microsoft.com/office/drawing/2014/main" id="{6AA173D3-8B7E-4F91-B862-AC30CB0D2705}"/>
              </a:ext>
            </a:extLst>
          </p:cNvPr>
          <p:cNvSpPr>
            <a:spLocks noGrp="1"/>
          </p:cNvSpPr>
          <p:nvPr>
            <p:ph type="subTitle" idx="1"/>
          </p:nvPr>
        </p:nvSpPr>
        <p:spPr/>
        <p:txBody>
          <a:bodyPr rtlCol="0">
            <a:normAutofit lnSpcReduction="10000"/>
          </a:bodyPr>
          <a:lstStyle/>
          <a:p>
            <a:r>
              <a:rPr lang="en-GB" sz="4000" dirty="0"/>
              <a:t>A Comprehensive Guide for Data Analysts</a:t>
            </a:r>
          </a:p>
        </p:txBody>
      </p:sp>
      <p:pic>
        <p:nvPicPr>
          <p:cNvPr id="9" name="Graphic 8" descr="Book icon">
            <a:extLst>
              <a:ext uri="{FF2B5EF4-FFF2-40B4-BE49-F238E27FC236}">
                <a16:creationId xmlns:a16="http://schemas.microsoft.com/office/drawing/2014/main" id="{E26792AF-5D39-4A12-8EDD-CC09A60BDA4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4993" y="2961000"/>
            <a:ext cx="936000" cy="936000"/>
          </a:xfrm>
          <a:prstGeom prst="rect">
            <a:avLst/>
          </a:prstGeom>
        </p:spPr>
      </p:pic>
    </p:spTree>
    <p:extLst>
      <p:ext uri="{BB962C8B-B14F-4D97-AF65-F5344CB8AC3E}">
        <p14:creationId xmlns:p14="http://schemas.microsoft.com/office/powerpoint/2010/main" val="1906530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D0989-E3E5-41DB-A78D-61E199491D89}"/>
              </a:ext>
            </a:extLst>
          </p:cNvPr>
          <p:cNvSpPr>
            <a:spLocks noGrp="1"/>
          </p:cNvSpPr>
          <p:nvPr>
            <p:ph type="title"/>
          </p:nvPr>
        </p:nvSpPr>
        <p:spPr/>
        <p:txBody>
          <a:bodyPr rtlCol="0"/>
          <a:lstStyle/>
          <a:p>
            <a:r>
              <a:rPr lang="en-GB" b="0" dirty="0"/>
              <a:t>What Is a Database?</a:t>
            </a:r>
          </a:p>
        </p:txBody>
      </p:sp>
      <p:pic>
        <p:nvPicPr>
          <p:cNvPr id="6" name="Graphic 5" descr="Learning icon">
            <a:extLst>
              <a:ext uri="{FF2B5EF4-FFF2-40B4-BE49-F238E27FC236}">
                <a16:creationId xmlns:a16="http://schemas.microsoft.com/office/drawing/2014/main" id="{FE130EDC-6F0A-417B-A698-CF2C65F0A3B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8946" y="613889"/>
            <a:ext cx="1440000" cy="1440000"/>
          </a:xfrm>
          <a:prstGeom prst="rect">
            <a:avLst/>
          </a:prstGeom>
        </p:spPr>
      </p:pic>
      <p:sp>
        <p:nvSpPr>
          <p:cNvPr id="3" name="Content Placeholder 2">
            <a:extLst>
              <a:ext uri="{FF2B5EF4-FFF2-40B4-BE49-F238E27FC236}">
                <a16:creationId xmlns:a16="http://schemas.microsoft.com/office/drawing/2014/main" id="{5DB23205-1719-4B43-A690-268E347D390E}"/>
              </a:ext>
            </a:extLst>
          </p:cNvPr>
          <p:cNvSpPr>
            <a:spLocks noGrp="1"/>
          </p:cNvSpPr>
          <p:nvPr>
            <p:ph sz="half" idx="1"/>
          </p:nvPr>
        </p:nvSpPr>
        <p:spPr>
          <a:xfrm>
            <a:off x="440493" y="2336873"/>
            <a:ext cx="11311013" cy="3907238"/>
          </a:xfrm>
        </p:spPr>
        <p:txBody>
          <a:bodyPr rtlCol="0">
            <a:normAutofit fontScale="85000" lnSpcReduction="20000"/>
          </a:bodyPr>
          <a:lstStyle/>
          <a:p>
            <a:pPr marL="0" indent="0">
              <a:buNone/>
            </a:pPr>
            <a:r>
              <a:rPr lang="en-GB" sz="2800" b="1" dirty="0"/>
              <a:t>Database definition</a:t>
            </a:r>
          </a:p>
          <a:p>
            <a:pPr marL="0" indent="0">
              <a:buNone/>
            </a:pPr>
            <a:endParaRPr lang="en-GB" dirty="0"/>
          </a:p>
          <a:p>
            <a:pPr marL="0" indent="0" algn="just">
              <a:buNone/>
            </a:pPr>
            <a:r>
              <a:rPr lang="en-GB" dirty="0"/>
              <a:t>A database is an organized collection of structured information, or data, typically stored electronically in a computer system. A database is usually controlled by a </a:t>
            </a:r>
            <a:r>
              <a:rPr lang="en-GB" dirty="0">
                <a:hlinkClick r:id="rId5"/>
              </a:rPr>
              <a:t>database management system (DBMS)</a:t>
            </a:r>
            <a:r>
              <a:rPr lang="en-GB" dirty="0"/>
              <a:t>. Together, the data and the DBMS, along with the applications that are associated with them, are referred to as a database system, often shortened to just database.</a:t>
            </a:r>
          </a:p>
          <a:p>
            <a:pPr marL="0" indent="0" algn="just">
              <a:buNone/>
            </a:pPr>
            <a:endParaRPr lang="en-GB" dirty="0"/>
          </a:p>
          <a:p>
            <a:pPr marL="0" indent="0" algn="just">
              <a:buNone/>
            </a:pPr>
            <a:r>
              <a:rPr lang="en-GB" dirty="0"/>
              <a:t>Data within the most common types of databases in operation today is typically </a:t>
            </a:r>
            <a:r>
              <a:rPr lang="en-GB" dirty="0" err="1"/>
              <a:t>modeled</a:t>
            </a:r>
            <a:r>
              <a:rPr lang="en-GB" dirty="0"/>
              <a:t> in rows and columns in a series of tables to make processing and data querying efficient. The data can then be easily accessed, managed, modified, updated, controlled, and organized. Most databases use structured query language (SQL) for writing and querying data.</a:t>
            </a:r>
          </a:p>
          <a:p>
            <a:pPr marL="0" indent="0" algn="just">
              <a:buNone/>
            </a:pPr>
            <a:br>
              <a:rPr lang="en-GB" dirty="0"/>
            </a:br>
            <a:endParaRPr lang="en-GB" dirty="0"/>
          </a:p>
          <a:p>
            <a:pPr rtl="0"/>
            <a:endParaRPr lang="en-GB" dirty="0"/>
          </a:p>
        </p:txBody>
      </p:sp>
    </p:spTree>
    <p:extLst>
      <p:ext uri="{BB962C8B-B14F-4D97-AF65-F5344CB8AC3E}">
        <p14:creationId xmlns:p14="http://schemas.microsoft.com/office/powerpoint/2010/main" val="4205207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D0989-E3E5-41DB-A78D-61E199491D89}"/>
              </a:ext>
            </a:extLst>
          </p:cNvPr>
          <p:cNvSpPr>
            <a:spLocks noGrp="1"/>
          </p:cNvSpPr>
          <p:nvPr>
            <p:ph type="title"/>
          </p:nvPr>
        </p:nvSpPr>
        <p:spPr/>
        <p:txBody>
          <a:bodyPr rtlCol="0"/>
          <a:lstStyle/>
          <a:p>
            <a:r>
              <a:rPr lang="en-GB" dirty="0"/>
              <a:t>What is Structured Query Language (SQL)?</a:t>
            </a:r>
          </a:p>
        </p:txBody>
      </p:sp>
      <p:pic>
        <p:nvPicPr>
          <p:cNvPr id="6" name="Graphic 5" descr="Learning icon">
            <a:extLst>
              <a:ext uri="{FF2B5EF4-FFF2-40B4-BE49-F238E27FC236}">
                <a16:creationId xmlns:a16="http://schemas.microsoft.com/office/drawing/2014/main" id="{FE130EDC-6F0A-417B-A698-CF2C65F0A3B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8946" y="613889"/>
            <a:ext cx="1440000" cy="1440000"/>
          </a:xfrm>
          <a:prstGeom prst="rect">
            <a:avLst/>
          </a:prstGeom>
        </p:spPr>
      </p:pic>
      <p:sp>
        <p:nvSpPr>
          <p:cNvPr id="3" name="Content Placeholder 2">
            <a:extLst>
              <a:ext uri="{FF2B5EF4-FFF2-40B4-BE49-F238E27FC236}">
                <a16:creationId xmlns:a16="http://schemas.microsoft.com/office/drawing/2014/main" id="{5DB23205-1719-4B43-A690-268E347D390E}"/>
              </a:ext>
            </a:extLst>
          </p:cNvPr>
          <p:cNvSpPr>
            <a:spLocks noGrp="1"/>
          </p:cNvSpPr>
          <p:nvPr>
            <p:ph sz="half" idx="1"/>
          </p:nvPr>
        </p:nvSpPr>
        <p:spPr>
          <a:xfrm>
            <a:off x="440493" y="2151426"/>
            <a:ext cx="11311013" cy="4676094"/>
          </a:xfrm>
        </p:spPr>
        <p:txBody>
          <a:bodyPr rtlCol="0">
            <a:normAutofit/>
          </a:bodyPr>
          <a:lstStyle/>
          <a:p>
            <a:pPr marL="0" indent="0" algn="just">
              <a:buNone/>
            </a:pPr>
            <a:r>
              <a:rPr lang="en-GB" dirty="0"/>
              <a:t>SQL is a programming language used by nearly all </a:t>
            </a:r>
            <a:r>
              <a:rPr lang="en-GB" dirty="0">
                <a:hlinkClick r:id="rId5"/>
              </a:rPr>
              <a:t>relational databases</a:t>
            </a:r>
            <a:r>
              <a:rPr lang="en-GB" dirty="0"/>
              <a:t> to query, manipulate, and define data, and to provide access control. SQL was first developed at IBM in the 1970s with Oracle as a major contributor, which led to implementation of the SQL ANSI standard, SQL has spurred many extensions from companies such as IBM, Oracle, and Microsoft. Although SQL is still widely used today, new programming languages are beginning to appear.</a:t>
            </a:r>
          </a:p>
        </p:txBody>
      </p:sp>
    </p:spTree>
    <p:extLst>
      <p:ext uri="{BB962C8B-B14F-4D97-AF65-F5344CB8AC3E}">
        <p14:creationId xmlns:p14="http://schemas.microsoft.com/office/powerpoint/2010/main" val="1766001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65FC2-5CA4-0AB0-C6AA-3DB2479971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EB9A8D-8D33-79DD-A82C-F3EC2BB435A8}"/>
              </a:ext>
            </a:extLst>
          </p:cNvPr>
          <p:cNvSpPr>
            <a:spLocks noGrp="1"/>
          </p:cNvSpPr>
          <p:nvPr>
            <p:ph type="title"/>
          </p:nvPr>
        </p:nvSpPr>
        <p:spPr/>
        <p:txBody>
          <a:bodyPr rtlCol="0"/>
          <a:lstStyle/>
          <a:p>
            <a:r>
              <a:rPr lang="en-GB" dirty="0"/>
              <a:t>What’s the difference between a database and a spreadsheet?</a:t>
            </a:r>
          </a:p>
        </p:txBody>
      </p:sp>
      <p:pic>
        <p:nvPicPr>
          <p:cNvPr id="6" name="Graphic 5" descr="Learning icon">
            <a:extLst>
              <a:ext uri="{FF2B5EF4-FFF2-40B4-BE49-F238E27FC236}">
                <a16:creationId xmlns:a16="http://schemas.microsoft.com/office/drawing/2014/main" id="{4880388B-64E9-B729-C86B-5E7591B01B7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8946" y="613889"/>
            <a:ext cx="1440000" cy="1440000"/>
          </a:xfrm>
          <a:prstGeom prst="rect">
            <a:avLst/>
          </a:prstGeom>
        </p:spPr>
      </p:pic>
      <p:sp>
        <p:nvSpPr>
          <p:cNvPr id="3" name="Content Placeholder 2">
            <a:extLst>
              <a:ext uri="{FF2B5EF4-FFF2-40B4-BE49-F238E27FC236}">
                <a16:creationId xmlns:a16="http://schemas.microsoft.com/office/drawing/2014/main" id="{65EB65BC-7D6F-33AB-01A3-39A492AE61E7}"/>
              </a:ext>
            </a:extLst>
          </p:cNvPr>
          <p:cNvSpPr>
            <a:spLocks noGrp="1"/>
          </p:cNvSpPr>
          <p:nvPr>
            <p:ph sz="half" idx="1"/>
          </p:nvPr>
        </p:nvSpPr>
        <p:spPr>
          <a:xfrm>
            <a:off x="440493" y="2151426"/>
            <a:ext cx="11311013" cy="4676094"/>
          </a:xfrm>
        </p:spPr>
        <p:txBody>
          <a:bodyPr rtlCol="0">
            <a:normAutofit/>
          </a:bodyPr>
          <a:lstStyle/>
          <a:p>
            <a:pPr marL="0" indent="0" algn="just">
              <a:buNone/>
            </a:pPr>
            <a:r>
              <a:rPr lang="en-GB" dirty="0"/>
              <a:t>Databases and spreadsheets (such as Microsoft Excel) are both convenient ways to store information. The primary differences between the two are:</a:t>
            </a:r>
          </a:p>
          <a:p>
            <a:pPr algn="just"/>
            <a:r>
              <a:rPr lang="en-GB" dirty="0"/>
              <a:t>How the data is stored and manipulated</a:t>
            </a:r>
          </a:p>
          <a:p>
            <a:pPr algn="just"/>
            <a:r>
              <a:rPr lang="en-GB" dirty="0"/>
              <a:t>Who can access the data</a:t>
            </a:r>
          </a:p>
          <a:p>
            <a:pPr algn="just"/>
            <a:r>
              <a:rPr lang="en-GB" dirty="0"/>
              <a:t>How much data can be stored</a:t>
            </a:r>
          </a:p>
          <a:p>
            <a:pPr marL="0" indent="0" algn="just">
              <a:buNone/>
            </a:pPr>
            <a:r>
              <a:rPr lang="en-GB" dirty="0"/>
              <a:t>Spreadsheets were originally designed for one user, and their characteristics reflect that. They’re great for a single user or small number of users who don’t need to do a lot of incredibly complicated data manipulation. Databases, on the other hand, are designed to hold much larger collections of organized information—massive amounts, sometimes. Databases allow multiple users at the same time to quickly and securely access and query the data using highly complex logic and language.</a:t>
            </a:r>
          </a:p>
        </p:txBody>
      </p:sp>
    </p:spTree>
    <p:extLst>
      <p:ext uri="{BB962C8B-B14F-4D97-AF65-F5344CB8AC3E}">
        <p14:creationId xmlns:p14="http://schemas.microsoft.com/office/powerpoint/2010/main" val="3233315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56162-0CD2-F170-74FD-862203AE39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4A6101-7B30-3BBB-4E7D-CB32B853C431}"/>
              </a:ext>
            </a:extLst>
          </p:cNvPr>
          <p:cNvSpPr>
            <a:spLocks noGrp="1"/>
          </p:cNvSpPr>
          <p:nvPr>
            <p:ph type="title"/>
          </p:nvPr>
        </p:nvSpPr>
        <p:spPr/>
        <p:txBody>
          <a:bodyPr rtlCol="0"/>
          <a:lstStyle/>
          <a:p>
            <a:r>
              <a:rPr lang="en-GB" dirty="0"/>
              <a:t>What is database software?</a:t>
            </a:r>
          </a:p>
        </p:txBody>
      </p:sp>
      <p:pic>
        <p:nvPicPr>
          <p:cNvPr id="6" name="Graphic 5" descr="Learning icon">
            <a:extLst>
              <a:ext uri="{FF2B5EF4-FFF2-40B4-BE49-F238E27FC236}">
                <a16:creationId xmlns:a16="http://schemas.microsoft.com/office/drawing/2014/main" id="{14AE8DAD-7FB0-CD10-8891-9349AA236FB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8946" y="613889"/>
            <a:ext cx="1440000" cy="1440000"/>
          </a:xfrm>
          <a:prstGeom prst="rect">
            <a:avLst/>
          </a:prstGeom>
        </p:spPr>
      </p:pic>
      <p:sp>
        <p:nvSpPr>
          <p:cNvPr id="3" name="Content Placeholder 2">
            <a:extLst>
              <a:ext uri="{FF2B5EF4-FFF2-40B4-BE49-F238E27FC236}">
                <a16:creationId xmlns:a16="http://schemas.microsoft.com/office/drawing/2014/main" id="{A72DD00A-561E-7963-20DD-145AC6C3D6AD}"/>
              </a:ext>
            </a:extLst>
          </p:cNvPr>
          <p:cNvSpPr>
            <a:spLocks noGrp="1"/>
          </p:cNvSpPr>
          <p:nvPr>
            <p:ph sz="half" idx="1"/>
          </p:nvPr>
        </p:nvSpPr>
        <p:spPr>
          <a:xfrm>
            <a:off x="440493" y="2151426"/>
            <a:ext cx="11311013" cy="4676094"/>
          </a:xfrm>
        </p:spPr>
        <p:txBody>
          <a:bodyPr rtlCol="0">
            <a:normAutofit/>
          </a:bodyPr>
          <a:lstStyle/>
          <a:p>
            <a:r>
              <a:rPr lang="en-GB" dirty="0"/>
              <a:t>Database software is used to create, edit, and maintain database files and records, enabling easier file and record creation, data entry, data editing, updating, and reporting. The software also handles data storage, backup and reporting, multi-access control, and security. Strong database security is especially important today, as data theft becomes more frequent. Database software is sometimes also referred to as a “database management system” (DBMS).</a:t>
            </a:r>
          </a:p>
          <a:p>
            <a:r>
              <a:rPr lang="en-GB" dirty="0"/>
              <a:t>Database software makes data management simpler by enabling users to store data in a structured form and then access it. It typically has a graphical interface to help create and manage the data and, in some cases, users can </a:t>
            </a:r>
            <a:r>
              <a:rPr lang="en-GB" dirty="0">
                <a:hlinkClick r:id="rId5"/>
              </a:rPr>
              <a:t>construct their own databases</a:t>
            </a:r>
            <a:r>
              <a:rPr lang="en-GB" dirty="0"/>
              <a:t> by using database software.</a:t>
            </a:r>
          </a:p>
        </p:txBody>
      </p:sp>
    </p:spTree>
    <p:extLst>
      <p:ext uri="{BB962C8B-B14F-4D97-AF65-F5344CB8AC3E}">
        <p14:creationId xmlns:p14="http://schemas.microsoft.com/office/powerpoint/2010/main" val="2075219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4B330-9F08-8552-54AF-83FDC86217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EAFEAF-8FA1-9952-4097-75258DC8855E}"/>
              </a:ext>
            </a:extLst>
          </p:cNvPr>
          <p:cNvSpPr>
            <a:spLocks noGrp="1"/>
          </p:cNvSpPr>
          <p:nvPr>
            <p:ph type="title"/>
          </p:nvPr>
        </p:nvSpPr>
        <p:spPr/>
        <p:txBody>
          <a:bodyPr rtlCol="0"/>
          <a:lstStyle/>
          <a:p>
            <a:r>
              <a:rPr lang="en-GB" dirty="0"/>
              <a:t>What is a database management system (DBMS)?</a:t>
            </a:r>
          </a:p>
        </p:txBody>
      </p:sp>
      <p:pic>
        <p:nvPicPr>
          <p:cNvPr id="6" name="Graphic 5" descr="Learning icon">
            <a:extLst>
              <a:ext uri="{FF2B5EF4-FFF2-40B4-BE49-F238E27FC236}">
                <a16:creationId xmlns:a16="http://schemas.microsoft.com/office/drawing/2014/main" id="{1239CC94-2D5D-4E30-E10A-5EBA9CB1064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8946" y="613889"/>
            <a:ext cx="1440000" cy="1440000"/>
          </a:xfrm>
          <a:prstGeom prst="rect">
            <a:avLst/>
          </a:prstGeom>
        </p:spPr>
      </p:pic>
      <p:sp>
        <p:nvSpPr>
          <p:cNvPr id="3" name="Content Placeholder 2">
            <a:extLst>
              <a:ext uri="{FF2B5EF4-FFF2-40B4-BE49-F238E27FC236}">
                <a16:creationId xmlns:a16="http://schemas.microsoft.com/office/drawing/2014/main" id="{EF770773-F04B-5898-5BD0-CA5F9569B2B8}"/>
              </a:ext>
            </a:extLst>
          </p:cNvPr>
          <p:cNvSpPr>
            <a:spLocks noGrp="1"/>
          </p:cNvSpPr>
          <p:nvPr>
            <p:ph sz="half" idx="1"/>
          </p:nvPr>
        </p:nvSpPr>
        <p:spPr>
          <a:xfrm>
            <a:off x="440493" y="2151426"/>
            <a:ext cx="11311013" cy="4676094"/>
          </a:xfrm>
        </p:spPr>
        <p:txBody>
          <a:bodyPr rtlCol="0">
            <a:normAutofit/>
          </a:bodyPr>
          <a:lstStyle/>
          <a:p>
            <a:r>
              <a:rPr lang="en-GB" dirty="0"/>
              <a:t>A database typically requires a comprehensive database software program known as a database management system (DBMS). A DBMS serves as an interface between the database and its end users or programs, allowing users to retrieve, update, and manage how the information is organized and optimized. A DBMS also facilitates oversight and control of databases, enabling a variety of administrative operations such as performance monitoring, tuning, and backup and recovery.</a:t>
            </a:r>
          </a:p>
          <a:p>
            <a:r>
              <a:rPr lang="en-GB" dirty="0"/>
              <a:t>Some examples of popular database software or DBMSs include MySQL, Microsoft Access, Microsoft SQL Server, FileMaker Pro, Oracle Database, and </a:t>
            </a:r>
            <a:r>
              <a:rPr lang="en-GB" dirty="0" err="1"/>
              <a:t>dBASE</a:t>
            </a:r>
            <a:r>
              <a:rPr lang="en-GB" dirty="0"/>
              <a:t>.</a:t>
            </a:r>
          </a:p>
        </p:txBody>
      </p:sp>
    </p:spTree>
    <p:extLst>
      <p:ext uri="{BB962C8B-B14F-4D97-AF65-F5344CB8AC3E}">
        <p14:creationId xmlns:p14="http://schemas.microsoft.com/office/powerpoint/2010/main" val="1100046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B2F1C-F19D-E29B-B37A-202D317F80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2CE11F-DC8A-EBF1-56DE-A71A1EDAAF77}"/>
              </a:ext>
            </a:extLst>
          </p:cNvPr>
          <p:cNvSpPr>
            <a:spLocks noGrp="1"/>
          </p:cNvSpPr>
          <p:nvPr>
            <p:ph type="title"/>
          </p:nvPr>
        </p:nvSpPr>
        <p:spPr/>
        <p:txBody>
          <a:bodyPr rtlCol="0"/>
          <a:lstStyle/>
          <a:p>
            <a:r>
              <a:rPr lang="en-GB" dirty="0"/>
              <a:t>What is a MySQL database?</a:t>
            </a:r>
          </a:p>
        </p:txBody>
      </p:sp>
      <p:pic>
        <p:nvPicPr>
          <p:cNvPr id="6" name="Graphic 5" descr="Learning icon">
            <a:extLst>
              <a:ext uri="{FF2B5EF4-FFF2-40B4-BE49-F238E27FC236}">
                <a16:creationId xmlns:a16="http://schemas.microsoft.com/office/drawing/2014/main" id="{30061F53-5447-C38E-D3A1-68AD84B9C01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8946" y="613889"/>
            <a:ext cx="1440000" cy="1440000"/>
          </a:xfrm>
          <a:prstGeom prst="rect">
            <a:avLst/>
          </a:prstGeom>
        </p:spPr>
      </p:pic>
      <p:sp>
        <p:nvSpPr>
          <p:cNvPr id="3" name="Content Placeholder 2">
            <a:extLst>
              <a:ext uri="{FF2B5EF4-FFF2-40B4-BE49-F238E27FC236}">
                <a16:creationId xmlns:a16="http://schemas.microsoft.com/office/drawing/2014/main" id="{1824554B-FB9C-585E-5F22-C6EA407E4E3E}"/>
              </a:ext>
            </a:extLst>
          </p:cNvPr>
          <p:cNvSpPr>
            <a:spLocks noGrp="1"/>
          </p:cNvSpPr>
          <p:nvPr>
            <p:ph sz="half" idx="1"/>
          </p:nvPr>
        </p:nvSpPr>
        <p:spPr>
          <a:xfrm>
            <a:off x="440493" y="2151426"/>
            <a:ext cx="11311013" cy="4676094"/>
          </a:xfrm>
        </p:spPr>
        <p:txBody>
          <a:bodyPr rtlCol="0">
            <a:normAutofit/>
          </a:bodyPr>
          <a:lstStyle/>
          <a:p>
            <a:pPr algn="just"/>
            <a:r>
              <a:rPr lang="en-GB" u="sng" dirty="0">
                <a:hlinkClick r:id="rId5"/>
              </a:rPr>
              <a:t>MySQL</a:t>
            </a:r>
            <a:r>
              <a:rPr lang="en-GB" dirty="0"/>
              <a:t> is an open-source relational database management system based on SQL. It was designed and optimized for web applications and can run on any platform. As new and different requirements emerged with the internet, MySQL became the platform of choice for web developers and web-based applications. Because it’s designed to process millions of queries and thousands of transactions, MySQL is a popular choice for ecommerce businesses that need to manage multiple money transfers. On-demand flexibility is the primary feature of MySQL.</a:t>
            </a:r>
          </a:p>
          <a:p>
            <a:pPr algn="just"/>
            <a:r>
              <a:rPr lang="en-GB" dirty="0"/>
              <a:t>MySQL is the DBMS behind some of the top websites and web-based applications in the world, including Airbnb, Uber, LinkedIn, Facebook, Twitter, and YouTube</a:t>
            </a:r>
          </a:p>
        </p:txBody>
      </p:sp>
    </p:spTree>
    <p:extLst>
      <p:ext uri="{BB962C8B-B14F-4D97-AF65-F5344CB8AC3E}">
        <p14:creationId xmlns:p14="http://schemas.microsoft.com/office/powerpoint/2010/main" val="430015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A13DD-22AC-A941-DB95-A31C63D49A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984E23-2FD0-A2BC-7B3B-CA891C417F99}"/>
              </a:ext>
            </a:extLst>
          </p:cNvPr>
          <p:cNvSpPr>
            <a:spLocks noGrp="1"/>
          </p:cNvSpPr>
          <p:nvPr>
            <p:ph type="title"/>
          </p:nvPr>
        </p:nvSpPr>
        <p:spPr/>
        <p:txBody>
          <a:bodyPr rtlCol="0"/>
          <a:lstStyle/>
          <a:p>
            <a:r>
              <a:rPr lang="en-GB" b="0" dirty="0"/>
              <a:t>SQL</a:t>
            </a:r>
          </a:p>
        </p:txBody>
      </p:sp>
      <p:pic>
        <p:nvPicPr>
          <p:cNvPr id="6" name="Graphic 5" descr="Learning icon">
            <a:extLst>
              <a:ext uri="{FF2B5EF4-FFF2-40B4-BE49-F238E27FC236}">
                <a16:creationId xmlns:a16="http://schemas.microsoft.com/office/drawing/2014/main" id="{D2487D05-06AF-1866-D454-A0CDD7C7A7C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8946" y="613889"/>
            <a:ext cx="1440000" cy="1440000"/>
          </a:xfrm>
          <a:prstGeom prst="rect">
            <a:avLst/>
          </a:prstGeom>
        </p:spPr>
      </p:pic>
      <p:sp>
        <p:nvSpPr>
          <p:cNvPr id="3" name="Content Placeholder 2">
            <a:extLst>
              <a:ext uri="{FF2B5EF4-FFF2-40B4-BE49-F238E27FC236}">
                <a16:creationId xmlns:a16="http://schemas.microsoft.com/office/drawing/2014/main" id="{0AEB24DB-B81B-BB7A-C3E7-9D2B1AB73EBF}"/>
              </a:ext>
            </a:extLst>
          </p:cNvPr>
          <p:cNvSpPr>
            <a:spLocks noGrp="1"/>
          </p:cNvSpPr>
          <p:nvPr>
            <p:ph sz="half" idx="1"/>
          </p:nvPr>
        </p:nvSpPr>
        <p:spPr>
          <a:xfrm>
            <a:off x="440493" y="2151426"/>
            <a:ext cx="11311013" cy="4676094"/>
          </a:xfrm>
        </p:spPr>
        <p:txBody>
          <a:bodyPr rtlCol="0">
            <a:normAutofit/>
          </a:bodyPr>
          <a:lstStyle/>
          <a:p>
            <a:pPr algn="just"/>
            <a:r>
              <a:rPr lang="en-GB" dirty="0"/>
              <a:t>SQL stands for Structured Query Language. It is used for storing and managing data in relational database management system (RDMS). In RDBMS data stored in the form of the tables.</a:t>
            </a:r>
          </a:p>
          <a:p>
            <a:pPr algn="just"/>
            <a:r>
              <a:rPr lang="en-GB" dirty="0"/>
              <a:t>It is a standard language for Relational Database System. It enables a user to create, read, update and delete relational databases and tables.</a:t>
            </a:r>
          </a:p>
          <a:p>
            <a:pPr algn="just"/>
            <a:r>
              <a:rPr lang="en-GB" dirty="0"/>
              <a:t>All the RDBMS like MySQL, Informix, Oracle, MS Access and SQL Server use SQL as their standard database language.</a:t>
            </a:r>
          </a:p>
          <a:p>
            <a:pPr algn="just"/>
            <a:r>
              <a:rPr lang="en-GB" dirty="0"/>
              <a:t>SQL allows users to query the database in a number of ways, using English-like statements.</a:t>
            </a:r>
          </a:p>
          <a:p>
            <a:pPr algn="just"/>
            <a:r>
              <a:rPr lang="en-GB" dirty="0"/>
              <a:t>SQL is mostly used by engineers in software development for data storage. Nowadays, it is also used by data analyst for following reason:</a:t>
            </a:r>
          </a:p>
        </p:txBody>
      </p:sp>
    </p:spTree>
    <p:extLst>
      <p:ext uri="{BB962C8B-B14F-4D97-AF65-F5344CB8AC3E}">
        <p14:creationId xmlns:p14="http://schemas.microsoft.com/office/powerpoint/2010/main" val="395891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0A658-EF31-978E-915D-B663CF731F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17464C-8265-36B3-8D8B-2098793AA446}"/>
              </a:ext>
            </a:extLst>
          </p:cNvPr>
          <p:cNvSpPr>
            <a:spLocks noGrp="1"/>
          </p:cNvSpPr>
          <p:nvPr>
            <p:ph type="title"/>
          </p:nvPr>
        </p:nvSpPr>
        <p:spPr/>
        <p:txBody>
          <a:bodyPr rtlCol="0"/>
          <a:lstStyle/>
          <a:p>
            <a:r>
              <a:rPr lang="en-GB" b="0" dirty="0"/>
              <a:t>SQL Statement Rules:</a:t>
            </a:r>
            <a:br>
              <a:rPr lang="en-GB" b="0" dirty="0"/>
            </a:br>
            <a:r>
              <a:rPr lang="en-GB" sz="1800" dirty="0"/>
              <a:t>SQL follows the following rules:</a:t>
            </a:r>
            <a:endParaRPr lang="en-GB" sz="1800" b="0" dirty="0"/>
          </a:p>
        </p:txBody>
      </p:sp>
      <p:pic>
        <p:nvPicPr>
          <p:cNvPr id="6" name="Graphic 5" descr="Learning icon">
            <a:extLst>
              <a:ext uri="{FF2B5EF4-FFF2-40B4-BE49-F238E27FC236}">
                <a16:creationId xmlns:a16="http://schemas.microsoft.com/office/drawing/2014/main" id="{05608345-91D3-518D-FDFD-B5B8CFBC657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8946" y="613889"/>
            <a:ext cx="1440000" cy="1440000"/>
          </a:xfrm>
          <a:prstGeom prst="rect">
            <a:avLst/>
          </a:prstGeom>
        </p:spPr>
      </p:pic>
      <p:sp>
        <p:nvSpPr>
          <p:cNvPr id="3" name="Content Placeholder 2">
            <a:extLst>
              <a:ext uri="{FF2B5EF4-FFF2-40B4-BE49-F238E27FC236}">
                <a16:creationId xmlns:a16="http://schemas.microsoft.com/office/drawing/2014/main" id="{38D58F0D-BE78-3738-351E-EDEFC4FE3354}"/>
              </a:ext>
            </a:extLst>
          </p:cNvPr>
          <p:cNvSpPr>
            <a:spLocks noGrp="1"/>
          </p:cNvSpPr>
          <p:nvPr>
            <p:ph sz="half" idx="1"/>
          </p:nvPr>
        </p:nvSpPr>
        <p:spPr>
          <a:xfrm>
            <a:off x="440493" y="2151426"/>
            <a:ext cx="11311013" cy="4676094"/>
          </a:xfrm>
        </p:spPr>
        <p:txBody>
          <a:bodyPr rtlCol="0">
            <a:normAutofit/>
          </a:bodyPr>
          <a:lstStyle/>
          <a:p>
            <a:pPr algn="just"/>
            <a:r>
              <a:rPr lang="en-GB" dirty="0"/>
              <a:t>SQL stands for Structured Query Language. It is used for storing and managing data in relational database management system (RDMS). In RDBMS data stored in the form of the tables.</a:t>
            </a:r>
          </a:p>
          <a:p>
            <a:pPr algn="just"/>
            <a:r>
              <a:rPr lang="en-GB" dirty="0"/>
              <a:t>It is a standard language for Relational Database System. It enables a user to create, read, update and delete relational databases and tables.</a:t>
            </a:r>
          </a:p>
          <a:p>
            <a:pPr algn="just"/>
            <a:r>
              <a:rPr lang="en-GB" dirty="0"/>
              <a:t>All the RDBMS like MySQL, Informix, Oracle, MS Access and SQL Server use SQL as their standard database language.</a:t>
            </a:r>
          </a:p>
          <a:p>
            <a:pPr algn="just"/>
            <a:r>
              <a:rPr lang="en-GB" dirty="0"/>
              <a:t>SQL allows users to query the database in a number of ways, using English-like statements.</a:t>
            </a:r>
          </a:p>
          <a:p>
            <a:pPr algn="just"/>
            <a:r>
              <a:rPr lang="en-GB" dirty="0"/>
              <a:t>SQL is mostly used by engineers in software development for data storage. Nowadays, it is also used by data analyst for following reason:</a:t>
            </a:r>
          </a:p>
        </p:txBody>
      </p:sp>
    </p:spTree>
    <p:extLst>
      <p:ext uri="{BB962C8B-B14F-4D97-AF65-F5344CB8AC3E}">
        <p14:creationId xmlns:p14="http://schemas.microsoft.com/office/powerpoint/2010/main" val="2895585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2D90D-CBA2-7EB5-3AC5-5CB7254D91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5FB9F6-55AC-B613-90DA-5B4F298DBF47}"/>
              </a:ext>
            </a:extLst>
          </p:cNvPr>
          <p:cNvSpPr>
            <a:spLocks noGrp="1"/>
          </p:cNvSpPr>
          <p:nvPr>
            <p:ph type="title"/>
          </p:nvPr>
        </p:nvSpPr>
        <p:spPr/>
        <p:txBody>
          <a:bodyPr rtlCol="0"/>
          <a:lstStyle/>
          <a:p>
            <a:r>
              <a:rPr lang="en-GB" dirty="0"/>
              <a:t>What are data types?</a:t>
            </a:r>
          </a:p>
        </p:txBody>
      </p:sp>
      <p:pic>
        <p:nvPicPr>
          <p:cNvPr id="6" name="Graphic 5" descr="Learning icon">
            <a:extLst>
              <a:ext uri="{FF2B5EF4-FFF2-40B4-BE49-F238E27FC236}">
                <a16:creationId xmlns:a16="http://schemas.microsoft.com/office/drawing/2014/main" id="{754E1CBB-F526-CE6E-5897-5308F5DB798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8946" y="613889"/>
            <a:ext cx="1440000" cy="1440000"/>
          </a:xfrm>
          <a:prstGeom prst="rect">
            <a:avLst/>
          </a:prstGeom>
        </p:spPr>
      </p:pic>
      <p:sp>
        <p:nvSpPr>
          <p:cNvPr id="3" name="Content Placeholder 2">
            <a:extLst>
              <a:ext uri="{FF2B5EF4-FFF2-40B4-BE49-F238E27FC236}">
                <a16:creationId xmlns:a16="http://schemas.microsoft.com/office/drawing/2014/main" id="{637E4251-81AA-04AB-0641-3AF57C9319A9}"/>
              </a:ext>
            </a:extLst>
          </p:cNvPr>
          <p:cNvSpPr>
            <a:spLocks noGrp="1"/>
          </p:cNvSpPr>
          <p:nvPr>
            <p:ph sz="half" idx="1"/>
          </p:nvPr>
        </p:nvSpPr>
        <p:spPr>
          <a:xfrm>
            <a:off x="440493" y="2151426"/>
            <a:ext cx="11311013" cy="4676094"/>
          </a:xfrm>
        </p:spPr>
        <p:txBody>
          <a:bodyPr rtlCol="0">
            <a:normAutofit/>
          </a:bodyPr>
          <a:lstStyle/>
          <a:p>
            <a:r>
              <a:rPr lang="en-GB" dirty="0"/>
              <a:t>Every column in a table has a data type. These data types are defined by SQL or Structured Query Language. A data type defines the type of value that can be stored in a table column. </a:t>
            </a:r>
          </a:p>
          <a:p>
            <a:r>
              <a:rPr lang="en-GB" dirty="0"/>
              <a:t>For example, here are some of the data types that are available:</a:t>
            </a:r>
          </a:p>
          <a:p>
            <a:r>
              <a:rPr lang="en-GB" dirty="0"/>
              <a:t>Numeric data types such as INT, TINYINT, BIGINT, FLOAT, REAL. </a:t>
            </a:r>
          </a:p>
          <a:p>
            <a:r>
              <a:rPr lang="en-GB" dirty="0"/>
              <a:t>Date and time data types such as DATE, TIME, DATETIME. </a:t>
            </a:r>
          </a:p>
          <a:p>
            <a:r>
              <a:rPr lang="en-GB" dirty="0"/>
              <a:t>Character and string data types such as CHAR, VARCHAR. </a:t>
            </a:r>
          </a:p>
        </p:txBody>
      </p:sp>
    </p:spTree>
    <p:extLst>
      <p:ext uri="{BB962C8B-B14F-4D97-AF65-F5344CB8AC3E}">
        <p14:creationId xmlns:p14="http://schemas.microsoft.com/office/powerpoint/2010/main" val="1887844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D097E-9816-0318-B953-81D1D1024C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F40609-5A71-E9A0-BB71-4D709AF4B72C}"/>
              </a:ext>
            </a:extLst>
          </p:cNvPr>
          <p:cNvSpPr>
            <a:spLocks noGrp="1"/>
          </p:cNvSpPr>
          <p:nvPr>
            <p:ph type="title"/>
          </p:nvPr>
        </p:nvSpPr>
        <p:spPr/>
        <p:txBody>
          <a:bodyPr rtlCol="0"/>
          <a:lstStyle/>
          <a:p>
            <a:r>
              <a:rPr lang="en-GB" dirty="0"/>
              <a:t>What is database structure?</a:t>
            </a:r>
          </a:p>
        </p:txBody>
      </p:sp>
      <p:pic>
        <p:nvPicPr>
          <p:cNvPr id="6" name="Graphic 5" descr="Learning icon">
            <a:extLst>
              <a:ext uri="{FF2B5EF4-FFF2-40B4-BE49-F238E27FC236}">
                <a16:creationId xmlns:a16="http://schemas.microsoft.com/office/drawing/2014/main" id="{25C3C785-6C11-9305-CC11-408A5CE6379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8946" y="613889"/>
            <a:ext cx="1440000" cy="1440000"/>
          </a:xfrm>
          <a:prstGeom prst="rect">
            <a:avLst/>
          </a:prstGeom>
        </p:spPr>
      </p:pic>
      <p:sp>
        <p:nvSpPr>
          <p:cNvPr id="3" name="Content Placeholder 2">
            <a:extLst>
              <a:ext uri="{FF2B5EF4-FFF2-40B4-BE49-F238E27FC236}">
                <a16:creationId xmlns:a16="http://schemas.microsoft.com/office/drawing/2014/main" id="{06917899-8818-FCB5-63E8-641095D27C35}"/>
              </a:ext>
            </a:extLst>
          </p:cNvPr>
          <p:cNvSpPr>
            <a:spLocks noGrp="1"/>
          </p:cNvSpPr>
          <p:nvPr>
            <p:ph sz="half" idx="1"/>
          </p:nvPr>
        </p:nvSpPr>
        <p:spPr>
          <a:xfrm>
            <a:off x="440493" y="2151426"/>
            <a:ext cx="11311013" cy="4676094"/>
          </a:xfrm>
        </p:spPr>
        <p:txBody>
          <a:bodyPr rtlCol="0">
            <a:normAutofit/>
          </a:bodyPr>
          <a:lstStyle/>
          <a:p>
            <a:r>
              <a:rPr lang="en-GB" dirty="0"/>
              <a:t>Database structure refers to how data is arranged in a database. Within a database, related data are grouped into tables, each of which consists of rows (also called tuples) and columns, like in a spreadsheet.</a:t>
            </a:r>
          </a:p>
          <a:p>
            <a:r>
              <a:rPr lang="en-GB" dirty="0"/>
              <a:t>The structure of a database consists of a set of key components. These include: </a:t>
            </a:r>
          </a:p>
          <a:p>
            <a:r>
              <a:rPr lang="en-GB" dirty="0"/>
              <a:t>Tables or entities, where the data is stored. </a:t>
            </a:r>
          </a:p>
          <a:p>
            <a:r>
              <a:rPr lang="en-GB" dirty="0"/>
              <a:t>Attributes which are details about the table or entity. In other words, attributes describe the table.  </a:t>
            </a:r>
          </a:p>
          <a:p>
            <a:r>
              <a:rPr lang="en-GB" dirty="0"/>
              <a:t>Fields, which are columns used to capture attributes. </a:t>
            </a:r>
          </a:p>
          <a:p>
            <a:r>
              <a:rPr lang="en-GB" dirty="0"/>
              <a:t>A record, which is one row of details about a table or entity. </a:t>
            </a:r>
          </a:p>
          <a:p>
            <a:r>
              <a:rPr lang="en-GB" dirty="0"/>
              <a:t>And the primary key, which is a unique value for an entity. </a:t>
            </a:r>
          </a:p>
        </p:txBody>
      </p:sp>
    </p:spTree>
    <p:extLst>
      <p:ext uri="{BB962C8B-B14F-4D97-AF65-F5344CB8AC3E}">
        <p14:creationId xmlns:p14="http://schemas.microsoft.com/office/powerpoint/2010/main" val="3466080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61B7D-CED3-A9B5-958D-16814F21A2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222372-FCB0-BC3E-2077-AAC1127DA10D}"/>
              </a:ext>
            </a:extLst>
          </p:cNvPr>
          <p:cNvSpPr>
            <a:spLocks noGrp="1"/>
          </p:cNvSpPr>
          <p:nvPr>
            <p:ph type="title"/>
          </p:nvPr>
        </p:nvSpPr>
        <p:spPr/>
        <p:txBody>
          <a:bodyPr rtlCol="0"/>
          <a:lstStyle/>
          <a:p>
            <a:r>
              <a:rPr lang="en-GB" dirty="0"/>
              <a:t>What is database structure?</a:t>
            </a:r>
          </a:p>
        </p:txBody>
      </p:sp>
      <p:pic>
        <p:nvPicPr>
          <p:cNvPr id="6" name="Graphic 5" descr="Learning icon">
            <a:extLst>
              <a:ext uri="{FF2B5EF4-FFF2-40B4-BE49-F238E27FC236}">
                <a16:creationId xmlns:a16="http://schemas.microsoft.com/office/drawing/2014/main" id="{08EF6424-04F0-77C7-35FB-C24D73DA5A9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8946" y="613889"/>
            <a:ext cx="1440000" cy="1440000"/>
          </a:xfrm>
          <a:prstGeom prst="rect">
            <a:avLst/>
          </a:prstGeom>
        </p:spPr>
      </p:pic>
      <p:sp>
        <p:nvSpPr>
          <p:cNvPr id="3" name="Content Placeholder 2">
            <a:extLst>
              <a:ext uri="{FF2B5EF4-FFF2-40B4-BE49-F238E27FC236}">
                <a16:creationId xmlns:a16="http://schemas.microsoft.com/office/drawing/2014/main" id="{4916129C-909D-DFA7-9754-B744324CB445}"/>
              </a:ext>
            </a:extLst>
          </p:cNvPr>
          <p:cNvSpPr>
            <a:spLocks noGrp="1"/>
          </p:cNvSpPr>
          <p:nvPr>
            <p:ph sz="half" idx="1"/>
          </p:nvPr>
        </p:nvSpPr>
        <p:spPr>
          <a:xfrm>
            <a:off x="0" y="-1"/>
            <a:ext cx="12191999" cy="6991815"/>
          </a:xfrm>
          <a:blipFill dpi="0" rotWithShape="1">
            <a:blip r:embed="rId5">
              <a:extLst>
                <a:ext uri="{28A0092B-C50C-407E-A947-70E740481C1C}">
                  <a14:useLocalDpi xmlns:a14="http://schemas.microsoft.com/office/drawing/2010/main" val="0"/>
                </a:ext>
              </a:extLst>
            </a:blip>
            <a:srcRect/>
            <a:stretch>
              <a:fillRect/>
            </a:stretch>
          </a:blipFill>
        </p:spPr>
        <p:txBody>
          <a:bodyPr rtlCol="0">
            <a:normAutofit/>
          </a:bodyPr>
          <a:lstStyle/>
          <a:p>
            <a:r>
              <a:rPr lang="en-GB" dirty="0"/>
              <a:t>Database structure refers to how data is arranged in a database. Within a. </a:t>
            </a:r>
          </a:p>
        </p:txBody>
      </p:sp>
    </p:spTree>
    <p:extLst>
      <p:ext uri="{BB962C8B-B14F-4D97-AF65-F5344CB8AC3E}">
        <p14:creationId xmlns:p14="http://schemas.microsoft.com/office/powerpoint/2010/main" val="4067392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1AFD8-2195-3D43-288A-507C4F6F9A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C63CF2-B807-3541-3155-DFB6FCDD4A6D}"/>
              </a:ext>
            </a:extLst>
          </p:cNvPr>
          <p:cNvSpPr>
            <a:spLocks noGrp="1"/>
          </p:cNvSpPr>
          <p:nvPr>
            <p:ph type="title"/>
          </p:nvPr>
        </p:nvSpPr>
        <p:spPr/>
        <p:txBody>
          <a:bodyPr rtlCol="0"/>
          <a:lstStyle/>
          <a:p>
            <a:r>
              <a:rPr lang="en-GB" dirty="0"/>
              <a:t>What is database structure?</a:t>
            </a:r>
          </a:p>
        </p:txBody>
      </p:sp>
      <p:pic>
        <p:nvPicPr>
          <p:cNvPr id="6" name="Graphic 5" descr="Learning icon">
            <a:extLst>
              <a:ext uri="{FF2B5EF4-FFF2-40B4-BE49-F238E27FC236}">
                <a16:creationId xmlns:a16="http://schemas.microsoft.com/office/drawing/2014/main" id="{29AF8B69-280E-7606-701B-2C1B08429B1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8946" y="613889"/>
            <a:ext cx="1440000" cy="1440000"/>
          </a:xfrm>
          <a:prstGeom prst="rect">
            <a:avLst/>
          </a:prstGeom>
        </p:spPr>
      </p:pic>
      <p:sp>
        <p:nvSpPr>
          <p:cNvPr id="3" name="Content Placeholder 2">
            <a:extLst>
              <a:ext uri="{FF2B5EF4-FFF2-40B4-BE49-F238E27FC236}">
                <a16:creationId xmlns:a16="http://schemas.microsoft.com/office/drawing/2014/main" id="{69C854B7-15EB-3B67-DFCE-12AF2571F4BF}"/>
              </a:ext>
            </a:extLst>
          </p:cNvPr>
          <p:cNvSpPr>
            <a:spLocks noGrp="1"/>
          </p:cNvSpPr>
          <p:nvPr>
            <p:ph sz="half" idx="1"/>
          </p:nvPr>
        </p:nvSpPr>
        <p:spPr>
          <a:xfrm>
            <a:off x="440493" y="2151426"/>
            <a:ext cx="11311013" cy="4676094"/>
          </a:xfrm>
        </p:spPr>
        <p:txBody>
          <a:bodyPr rtlCol="0">
            <a:normAutofit fontScale="92500" lnSpcReduction="20000"/>
          </a:bodyPr>
          <a:lstStyle/>
          <a:p>
            <a:pPr marL="0" indent="0">
              <a:buNone/>
            </a:pPr>
            <a:r>
              <a:rPr lang="en-GB" b="1" dirty="0">
                <a:solidFill>
                  <a:schemeClr val="bg1"/>
                </a:solidFill>
              </a:rPr>
              <a:t>Table</a:t>
            </a:r>
          </a:p>
          <a:p>
            <a:r>
              <a:rPr lang="en-GB" dirty="0"/>
              <a:t>A table contains all the fields, attributes and records for a type of entity. A database will most probably contain more than one table.</a:t>
            </a:r>
          </a:p>
          <a:p>
            <a:pPr marL="0" indent="0">
              <a:buNone/>
            </a:pPr>
            <a:r>
              <a:rPr lang="en-GB" b="1" dirty="0">
                <a:solidFill>
                  <a:schemeClr val="bg1"/>
                </a:solidFill>
              </a:rPr>
              <a:t>Fields</a:t>
            </a:r>
          </a:p>
          <a:p>
            <a:r>
              <a:rPr lang="en-GB" dirty="0"/>
              <a:t>Column headings are known as fields. Each field contains a different attribute. For every table, a unit of data is entered into each field. It’s also known as a column value. Each column has a data type. For example, the “</a:t>
            </a:r>
            <a:r>
              <a:rPr lang="en-GB" dirty="0" err="1"/>
              <a:t>agent_name</a:t>
            </a:r>
            <a:r>
              <a:rPr lang="en-GB" dirty="0"/>
              <a:t>” column has a data type of text, and the “commission” column has a numeric data type.</a:t>
            </a:r>
          </a:p>
          <a:p>
            <a:pPr marL="0" indent="0">
              <a:buNone/>
            </a:pPr>
            <a:r>
              <a:rPr lang="en-GB" b="1" dirty="0">
                <a:solidFill>
                  <a:schemeClr val="bg1"/>
                </a:solidFill>
              </a:rPr>
              <a:t>Column value or unit of data</a:t>
            </a:r>
          </a:p>
          <a:p>
            <a:r>
              <a:rPr lang="en-GB" dirty="0"/>
              <a:t>Each individual piece of data entered into a column is a unit of data. These units are also called data elements or column values.</a:t>
            </a:r>
          </a:p>
          <a:p>
            <a:pPr marL="0" indent="0">
              <a:buNone/>
            </a:pPr>
            <a:r>
              <a:rPr lang="en-GB" b="1" dirty="0">
                <a:solidFill>
                  <a:schemeClr val="bg1"/>
                </a:solidFill>
              </a:rPr>
              <a:t>Records</a:t>
            </a:r>
          </a:p>
          <a:p>
            <a:r>
              <a:rPr lang="en-GB" dirty="0"/>
              <a:t>A record consists of a collection of data for each entity. It’s also known as a row in the table.</a:t>
            </a:r>
          </a:p>
        </p:txBody>
      </p:sp>
    </p:spTree>
    <p:extLst>
      <p:ext uri="{BB962C8B-B14F-4D97-AF65-F5344CB8AC3E}">
        <p14:creationId xmlns:p14="http://schemas.microsoft.com/office/powerpoint/2010/main" val="3925886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77384-8BC1-2CB0-5ECB-4B6000877E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27E6FD-D45C-80B8-A609-89752E714C6A}"/>
              </a:ext>
            </a:extLst>
          </p:cNvPr>
          <p:cNvSpPr>
            <a:spLocks noGrp="1"/>
          </p:cNvSpPr>
          <p:nvPr>
            <p:ph type="title"/>
          </p:nvPr>
        </p:nvSpPr>
        <p:spPr/>
        <p:txBody>
          <a:bodyPr rtlCol="0"/>
          <a:lstStyle/>
          <a:p>
            <a:r>
              <a:rPr lang="en-GB" dirty="0"/>
              <a:t>Primary Key</a:t>
            </a:r>
          </a:p>
        </p:txBody>
      </p:sp>
      <p:pic>
        <p:nvPicPr>
          <p:cNvPr id="6" name="Graphic 5" descr="Learning icon">
            <a:extLst>
              <a:ext uri="{FF2B5EF4-FFF2-40B4-BE49-F238E27FC236}">
                <a16:creationId xmlns:a16="http://schemas.microsoft.com/office/drawing/2014/main" id="{A63D707C-0DF7-FA13-8E90-BC9CA49455D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8946" y="613889"/>
            <a:ext cx="1440000" cy="1440000"/>
          </a:xfrm>
          <a:prstGeom prst="rect">
            <a:avLst/>
          </a:prstGeom>
        </p:spPr>
      </p:pic>
      <p:sp>
        <p:nvSpPr>
          <p:cNvPr id="3" name="Content Placeholder 2">
            <a:extLst>
              <a:ext uri="{FF2B5EF4-FFF2-40B4-BE49-F238E27FC236}">
                <a16:creationId xmlns:a16="http://schemas.microsoft.com/office/drawing/2014/main" id="{36E4954F-0C5F-4396-55BA-A754183E9457}"/>
              </a:ext>
            </a:extLst>
          </p:cNvPr>
          <p:cNvSpPr>
            <a:spLocks noGrp="1"/>
          </p:cNvSpPr>
          <p:nvPr>
            <p:ph sz="half" idx="1"/>
          </p:nvPr>
        </p:nvSpPr>
        <p:spPr>
          <a:xfrm>
            <a:off x="440493" y="2151426"/>
            <a:ext cx="11311013" cy="4676094"/>
          </a:xfrm>
        </p:spPr>
        <p:txBody>
          <a:bodyPr rtlCol="0">
            <a:normAutofit/>
          </a:bodyPr>
          <a:lstStyle/>
          <a:p>
            <a:pPr marL="0" indent="0" algn="just">
              <a:buNone/>
            </a:pPr>
            <a:r>
              <a:rPr lang="en-US" dirty="0"/>
              <a:t>A primary key in SQL is a unique identifier for each record in a database table. It ensures that each row in the table is uniquely identifiable, meaning no two rows can have the same primary key value. A primary key is composed of one or more columns, and it must contain unique values without any </a:t>
            </a:r>
            <a:r>
              <a:rPr lang="en-US" dirty="0">
                <a:solidFill>
                  <a:schemeClr val="bg1"/>
                </a:solidFill>
              </a:rPr>
              <a:t>NULL </a:t>
            </a:r>
            <a:r>
              <a:rPr lang="en-US" dirty="0"/>
              <a:t>entries. The primary key enforces entity integrity by preventing duplicate records and ensuring that each record can be precisely located and referenced, often through foreign key relationships in other tables. Using a primary key is fundamental for establishing relationships between tables and maintaining the integrity of the data model.</a:t>
            </a:r>
            <a:endParaRPr lang="en-GB" dirty="0"/>
          </a:p>
          <a:p>
            <a:pPr marL="0" indent="0">
              <a:buNone/>
            </a:pPr>
            <a:endParaRPr lang="en-GB" dirty="0"/>
          </a:p>
        </p:txBody>
      </p:sp>
    </p:spTree>
    <p:extLst>
      <p:ext uri="{BB962C8B-B14F-4D97-AF65-F5344CB8AC3E}">
        <p14:creationId xmlns:p14="http://schemas.microsoft.com/office/powerpoint/2010/main" val="2512396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Custom 11">
      <a:majorFont>
        <a:latin typeface="Trebuchet MS"/>
        <a:ea typeface=""/>
        <a:cs typeface=""/>
      </a:majorFont>
      <a:minorFont>
        <a:latin typeface="Trebuchet MS"/>
        <a:ea typeface=""/>
        <a:cs typeface=""/>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spDef>
      <a:spPr>
        <a:solidFill>
          <a:schemeClr val="accent1"/>
        </a:solidFill>
        <a:ln>
          <a:noFill/>
        </a:ln>
        <a:effectLst>
          <a:outerShdw blurRad="50800" dist="38100" dir="5400000" algn="t" rotWithShape="0">
            <a:prstClr val="black">
              <a:alpha val="40000"/>
            </a:prstClr>
          </a:outerShdw>
        </a:effectLst>
      </a:spPr>
      <a:body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67421116_win32_fixed" id="{8446F5B5-966E-4E69-AA73-BEBB465CFBB7}" vid="{6AFFC5CA-3C1E-430B-9A7D-BC0B1E2CE0D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217</TotalTime>
  <Words>2840</Words>
  <Application>Microsoft Office PowerPoint</Application>
  <PresentationFormat>Widescreen</PresentationFormat>
  <Paragraphs>183</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Bahnschrift</vt:lpstr>
      <vt:lpstr>Calibri</vt:lpstr>
      <vt:lpstr>Segoe UI</vt:lpstr>
      <vt:lpstr>Trebuchet MS</vt:lpstr>
      <vt:lpstr>Berlin</vt:lpstr>
      <vt:lpstr>Introduction to MySQL</vt:lpstr>
      <vt:lpstr>What Is a Database?</vt:lpstr>
      <vt:lpstr>What is Structured Query Language (SQL)?</vt:lpstr>
      <vt:lpstr>What’s the difference between a database and a spreadsheet?</vt:lpstr>
      <vt:lpstr>What is database software?</vt:lpstr>
      <vt:lpstr>What is a database management system (DBMS)?</vt:lpstr>
      <vt:lpstr>What is a MySQL database?</vt:lpstr>
      <vt:lpstr>SQL</vt:lpstr>
      <vt:lpstr>SQL Statement Rules: SQL follows the following rules:</vt:lpstr>
      <vt:lpstr>What are data types?</vt:lpstr>
      <vt:lpstr>What is database structure?</vt:lpstr>
      <vt:lpstr>What is database structure?</vt:lpstr>
      <vt:lpstr>What is database structure?</vt:lpstr>
      <vt:lpstr>Primary Key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vivek kumar</cp:lastModifiedBy>
  <cp:revision>2</cp:revision>
  <dcterms:created xsi:type="dcterms:W3CDTF">2024-08-06T04:33:57Z</dcterms:created>
  <dcterms:modified xsi:type="dcterms:W3CDTF">2025-05-31T15:36:56Z</dcterms:modified>
</cp:coreProperties>
</file>